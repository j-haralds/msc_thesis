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>
        <p:scale>
          <a:sx n="94" d="100"/>
          <a:sy n="94" d="100"/>
        </p:scale>
        <p:origin x="181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EF6A-3A51-7AFB-FC4B-5382BDD2F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24386-D39B-447D-E14A-D023452F1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09497-E95B-549E-91F1-4E57BFDF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9474A-0A89-660E-FBAD-68C94F6F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76630-2ED1-65D8-A111-25D67F1F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17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1791-96F7-4639-8C4F-DAD8FAECB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BBE23-A3D6-C005-BAB8-89DD557E6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6F245-B08D-17B8-B6AE-1659A297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03589-9624-C950-3965-509A3573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F1A5D-A5D6-DFFC-5CA2-3CDF93C0C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29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6200-3C9E-EFEE-EE69-FD464E5C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6A169-A02B-C7C5-AF41-105C1E8B9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FADB9-8DC4-CAC2-E3AD-5AC2E921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CD2E-3042-B5D6-38B8-9A49E3E56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6273C-61A1-B0E2-8871-FAA1A4EB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36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2C0C-23CA-1658-CE3C-55847FE70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D8557-BBCE-7D51-3462-385BD06D6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FA36F-E126-4EE5-D676-3A743829F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8EDC0-9D78-1069-8DC8-791AB71E7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11B54-F4AE-E805-B01A-4FF51916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412FC-E8A2-8BA8-53A9-DA7402D5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0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5715-EA54-825D-179D-B5C3056E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ED0BC-FEE8-E34A-1EBF-F31ECC9A0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51E3D-649A-864D-4E10-E204DAE64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BD53EA-2184-323A-52E7-1468047DCF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69F46B-E590-8F20-D854-B46E76A145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4C5AB-1533-BB07-77A3-A6F2AE22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1F44E-200D-AB87-B4BA-67B6E071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12A33-F3C2-158F-1F57-2FAB0B52A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2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217B-4908-0EDC-56A2-35886A15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E06322-0D73-0A13-0C93-4830481A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2A5D1-065E-A175-B486-9D1B8E45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6D85A-3BFC-97F2-95C4-F9B1BD6E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01522-71E3-3002-2C27-ED1157776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8B931-FA47-7DE8-6B76-1C628A41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A0B65-F8F7-B186-C165-F29E675C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321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A927-740B-4EDB-5D06-579A1E984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D6333-D5D3-E1E5-448A-ED6A86F7B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48196-4A6D-C76F-D7A3-C2A32D3D45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8C4D5-D977-C890-C7F9-B0DE4718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A7C5B-D664-C9A4-257D-DD0576E6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0A03C-420B-0007-B9EF-3D15E9409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9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7DF0-586C-AB99-9B27-698FD376C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D2D483-EE45-D13D-57ED-0ECE24756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3C96A-1579-EA6D-940A-CCD5064D8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F6ECB-4232-C02C-6D75-2B7ED393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FEA1D-6471-BE02-27C2-624282F4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39C56-F871-A5EF-579C-7911A68B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9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A357-F9F7-55B7-DC88-BA6381F2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F89BE-82E1-006F-421E-9E26119E2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096D-D779-0E65-F076-5736A238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A60E7-0DE0-3212-E1AA-330B1C92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3D0BE-44D0-5B43-CD45-969CA3B0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9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6B3770-5341-16A5-CA4F-120B08A48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26D8E-7C32-58FB-24E1-5685EED03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37C64-BA75-5958-D54E-3CB5EFE5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FB120-AC09-FF0D-EC84-5E63450E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8013C-EA44-4407-C781-FFB518E7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39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83848-778D-9DC5-2228-4EABE3D8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23BC9-9385-2718-0DFC-346F0E9F0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7B43-1E59-55F9-ED86-6D54B72AD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3F27B-7164-7040-8CC9-62BC67B7F81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21014-C411-77C4-5923-FA82791EA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434D1-E76F-400B-0AF0-3C1F6C50C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13767-2306-9C47-81EF-FE7E0BDE2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89781B-00E6-8377-3ECA-FC6B79AAF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1" t="8792" r="67872" b="74017"/>
          <a:stretch>
            <a:fillRect/>
          </a:stretch>
        </p:blipFill>
        <p:spPr>
          <a:xfrm>
            <a:off x="0" y="619894"/>
            <a:ext cx="12145251" cy="557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72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Jonatan Haraldsson</dc:creator>
  <cp:lastModifiedBy>Jonatan Haraldsson</cp:lastModifiedBy>
  <cp:revision>1</cp:revision>
  <dcterms:created xsi:type="dcterms:W3CDTF">2026-02-03T10:55:20Z</dcterms:created>
  <dcterms:modified xsi:type="dcterms:W3CDTF">2026-02-05T16:24:02Z</dcterms:modified>
</cp:coreProperties>
</file>