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2625"/>
    <a:srgbClr val="289B2A"/>
    <a:srgbClr val="1E7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27"/>
    <p:restoredTop sz="94658"/>
  </p:normalViewPr>
  <p:slideViewPr>
    <p:cSldViewPr snapToGrid="0">
      <p:cViewPr varScale="1">
        <p:scale>
          <a:sx n="107" d="100"/>
          <a:sy n="107" d="100"/>
        </p:scale>
        <p:origin x="25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83EAA-AB68-822D-6C38-AB6D8ED44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0101A-4CA9-AE5E-2844-098C3B350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06D56-27A1-C5CD-5F43-D927A2EE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D2552-C6F3-6E4F-A482-20E3336EF5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2CA32-EDC9-60F4-B963-63F8A37B6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FE9D2-1730-37EA-947C-3ABFD0EA5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4EC7-8450-864B-A2F5-B6242CA0B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3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40634-17FF-B663-14EA-17D674F49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C37A6-F9D0-7506-BDE9-33841569B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53F4C-B3FF-D025-50EB-2859FC982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D2552-C6F3-6E4F-A482-20E3336EF5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4F0AA-730D-BBD1-4C9D-A63E162F7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F9AF8-E90C-D477-9CF5-A40B702E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4EC7-8450-864B-A2F5-B6242CA0B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0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9BB5-36FB-7E7A-FF53-3DBA26EDB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132DC-B350-CA13-9C42-25B21A9B7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E09A3-27F8-719D-4C51-EB6C15A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D2552-C6F3-6E4F-A482-20E3336EF5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F11D6-BA76-9F84-C36B-303DA8436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DC052-22B3-DB48-4943-5FB603E7B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4EC7-8450-864B-A2F5-B6242CA0B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1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826B-1EA2-B592-6FDC-1DA8CA962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29D22-7B63-1D6A-7B6E-15529A631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83EF5-338C-D2C4-C826-26FB060EF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ACAA1-8DAB-0F0C-F27B-A72599FA8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D2552-C6F3-6E4F-A482-20E3336EF5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B3DF7-23AF-637C-2602-5DBDC8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FBC4E-1C3C-DE6E-19C3-4B31C40C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4EC7-8450-864B-A2F5-B6242CA0B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8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843E-07A3-794D-4A68-A1BCE7C6E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A79A5-0877-2661-711D-A4A305EE2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74534-5950-ACD3-73FA-BF9BD5758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57D52-901B-336B-9066-0E6C567E16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B95CAA-8EA1-F778-AABC-D205B84BD5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09C55C-BCDE-EA6E-FB26-F64C1B99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D2552-C6F3-6E4F-A482-20E3336EF5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4A98C8-DE34-B1D6-6290-2159A580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DB1B01-95FF-0047-0A3C-0BCDD9AD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4EC7-8450-864B-A2F5-B6242CA0B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93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E7FB7-66A3-65D0-CAAA-3A65F340E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E1A545-6557-33A0-3F2F-811661F2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D2552-C6F3-6E4F-A482-20E3336EF5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9848ED-C836-70A5-6105-5FDB38FE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8C712D-4848-6BE3-ADAE-FE926628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4EC7-8450-864B-A2F5-B6242CA0B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5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2E66C-B6AE-45F8-9E6E-9B10733A0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D2552-C6F3-6E4F-A482-20E3336EF5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9CA8F8-E7EF-866F-5F77-D89F5EAB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A1BDC-6709-6699-C27B-42198F058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4EC7-8450-864B-A2F5-B6242CA0B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0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46110-9E75-6DA8-E174-21183DA92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CF0E9-021C-2BC4-4B97-A7F81C025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6FF45-1058-5D97-E138-F7221F564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94A7C-B665-0B45-E656-7898D79CE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D2552-C6F3-6E4F-A482-20E3336EF5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0274E-A0EC-A62F-4FDD-8C3DC755D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C1805-6797-18D0-9DC4-C9D32D317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4EC7-8450-864B-A2F5-B6242CA0B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406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6C1D6-E056-5AAB-4711-63C57632C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7E52B7-2314-8DA9-FE9E-C0AEFFC14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747F5-E048-564D-5EB4-963E8AFD8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5ABEF-4500-CF95-904F-93346FCB3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D2552-C6F3-6E4F-A482-20E3336EF5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3CB5B-1D14-3FC7-D557-0705AC64A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F742D-7F46-CB20-1D1E-42E9D55B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4EC7-8450-864B-A2F5-B6242CA0B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35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0C9F6-513E-2736-81CF-C598DB80C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59D49-17B3-7737-C701-5E100093E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A87CC-13FD-5047-7BB1-8B2143635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D2552-C6F3-6E4F-A482-20E3336EF5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2BA20-71FB-8123-3EA9-6D9E65C2E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AD4DA-4811-1358-009D-F27B358B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4EC7-8450-864B-A2F5-B6242CA0B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351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3AFCA6-FA45-DCFA-33DC-D253E7166A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7FA30-45AC-F5B0-1B35-44DEB255E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5BEBD-D68E-BD9F-A5EC-C20FC5FC4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D2552-C6F3-6E4F-A482-20E3336EF5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A90B5-9703-C4A7-8757-4050DD816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B2BA8-CC28-4CDB-3ED8-CB1C488C3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4EC7-8450-864B-A2F5-B6242CA0B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23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B9B2C9-D500-6EF7-0740-25DBAA5E8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135B8-9924-CC63-DE1D-2D0C59A0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5CD4C-488F-A05D-BA83-AAA05AEC5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D2552-C6F3-6E4F-A482-20E3336EF5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87476-9595-E104-F2FE-F3BCC5581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371CA-A70A-B59C-B1E8-06C1CAC5F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94EC7-8450-864B-A2F5-B6242CA0B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78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3BF9A1A-BC68-50CB-7950-450D63E94BFE}"/>
              </a:ext>
            </a:extLst>
          </p:cNvPr>
          <p:cNvSpPr>
            <a:spLocks noChangeAspect="1"/>
          </p:cNvSpPr>
          <p:nvPr/>
        </p:nvSpPr>
        <p:spPr>
          <a:xfrm>
            <a:off x="2079204" y="2541404"/>
            <a:ext cx="491244" cy="485975"/>
          </a:xfrm>
          <a:prstGeom prst="ellipse">
            <a:avLst/>
          </a:prstGeom>
          <a:solidFill>
            <a:srgbClr val="1E77B4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9D208B-7038-08A2-50CD-62EABCAA2947}"/>
              </a:ext>
            </a:extLst>
          </p:cNvPr>
          <p:cNvSpPr>
            <a:spLocks noChangeAspect="1"/>
          </p:cNvSpPr>
          <p:nvPr/>
        </p:nvSpPr>
        <p:spPr>
          <a:xfrm>
            <a:off x="2079204" y="3803525"/>
            <a:ext cx="491244" cy="485975"/>
          </a:xfrm>
          <a:prstGeom prst="ellipse">
            <a:avLst/>
          </a:prstGeom>
          <a:solidFill>
            <a:srgbClr val="1E77B4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44BFDF-DD8E-7DAF-8732-06662790CA9A}"/>
              </a:ext>
            </a:extLst>
          </p:cNvPr>
          <p:cNvSpPr>
            <a:spLocks noChangeAspect="1"/>
          </p:cNvSpPr>
          <p:nvPr/>
        </p:nvSpPr>
        <p:spPr>
          <a:xfrm>
            <a:off x="2079204" y="5602675"/>
            <a:ext cx="491244" cy="485975"/>
          </a:xfrm>
          <a:prstGeom prst="ellipse">
            <a:avLst/>
          </a:prstGeom>
          <a:solidFill>
            <a:srgbClr val="1E77B4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9803C3-28EA-8501-3871-1E31F5931F5F}"/>
              </a:ext>
            </a:extLst>
          </p:cNvPr>
          <p:cNvSpPr>
            <a:spLocks noChangeAspect="1"/>
          </p:cNvSpPr>
          <p:nvPr/>
        </p:nvSpPr>
        <p:spPr>
          <a:xfrm>
            <a:off x="4031375" y="2008246"/>
            <a:ext cx="491244" cy="485975"/>
          </a:xfrm>
          <a:prstGeom prst="ellipse">
            <a:avLst/>
          </a:prstGeom>
          <a:solidFill>
            <a:srgbClr val="289B2A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9681C5-0F1A-77BA-A978-2D4A39A1E141}"/>
              </a:ext>
            </a:extLst>
          </p:cNvPr>
          <p:cNvSpPr>
            <a:spLocks noChangeAspect="1"/>
          </p:cNvSpPr>
          <p:nvPr/>
        </p:nvSpPr>
        <p:spPr>
          <a:xfrm>
            <a:off x="4031375" y="3027379"/>
            <a:ext cx="491244" cy="485975"/>
          </a:xfrm>
          <a:prstGeom prst="ellipse">
            <a:avLst/>
          </a:prstGeom>
          <a:solidFill>
            <a:srgbClr val="289B2A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20E3540-6BF7-8F6D-180A-892224A04258}"/>
              </a:ext>
            </a:extLst>
          </p:cNvPr>
          <p:cNvSpPr>
            <a:spLocks noChangeAspect="1"/>
          </p:cNvSpPr>
          <p:nvPr/>
        </p:nvSpPr>
        <p:spPr>
          <a:xfrm>
            <a:off x="4031375" y="5602675"/>
            <a:ext cx="491244" cy="485975"/>
          </a:xfrm>
          <a:prstGeom prst="ellipse">
            <a:avLst/>
          </a:prstGeom>
          <a:solidFill>
            <a:srgbClr val="289B2A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3F93A2-0A5B-7212-4234-D3B7BE72D41A}"/>
              </a:ext>
            </a:extLst>
          </p:cNvPr>
          <p:cNvSpPr>
            <a:spLocks noChangeAspect="1"/>
          </p:cNvSpPr>
          <p:nvPr/>
        </p:nvSpPr>
        <p:spPr>
          <a:xfrm>
            <a:off x="4031375" y="4046512"/>
            <a:ext cx="491244" cy="485975"/>
          </a:xfrm>
          <a:prstGeom prst="ellipse">
            <a:avLst/>
          </a:prstGeom>
          <a:solidFill>
            <a:srgbClr val="289B2A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3E7D8E-14D3-DC83-C194-AF3C44A52F75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 flipV="1">
            <a:off x="2570448" y="2251234"/>
            <a:ext cx="1460927" cy="53315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264D36E-D46C-F27D-128C-B767880D2D18}"/>
              </a:ext>
            </a:extLst>
          </p:cNvPr>
          <p:cNvCxnSpPr>
            <a:cxnSpLocks/>
            <a:stCxn id="4" idx="6"/>
            <a:endCxn id="10" idx="2"/>
          </p:cNvCxnSpPr>
          <p:nvPr/>
        </p:nvCxnSpPr>
        <p:spPr>
          <a:xfrm>
            <a:off x="2570448" y="2784392"/>
            <a:ext cx="1460927" cy="48597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7A9F574-435D-4D15-87DE-D61F290B66AA}"/>
              </a:ext>
            </a:extLst>
          </p:cNvPr>
          <p:cNvCxnSpPr>
            <a:cxnSpLocks/>
            <a:stCxn id="4" idx="6"/>
            <a:endCxn id="12" idx="2"/>
          </p:cNvCxnSpPr>
          <p:nvPr/>
        </p:nvCxnSpPr>
        <p:spPr>
          <a:xfrm>
            <a:off x="2570448" y="2784392"/>
            <a:ext cx="1460927" cy="150510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F16E8A1-03C1-9363-7179-5C528840E4AE}"/>
              </a:ext>
            </a:extLst>
          </p:cNvPr>
          <p:cNvCxnSpPr>
            <a:cxnSpLocks/>
            <a:stCxn id="4" idx="6"/>
            <a:endCxn id="11" idx="2"/>
          </p:cNvCxnSpPr>
          <p:nvPr/>
        </p:nvCxnSpPr>
        <p:spPr>
          <a:xfrm>
            <a:off x="2570448" y="2784392"/>
            <a:ext cx="1460927" cy="306127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A9CB9D7-620A-FDD1-2565-37418F395251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570448" y="2251234"/>
            <a:ext cx="1460927" cy="179527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D4E705B-BCC7-92F6-8285-407DE4E18255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2570448" y="3270367"/>
            <a:ext cx="1460927" cy="7761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96630C9-26E8-0A25-01CF-8E9A61610AA5}"/>
              </a:ext>
            </a:extLst>
          </p:cNvPr>
          <p:cNvCxnSpPr>
            <a:cxnSpLocks/>
            <a:stCxn id="7" idx="6"/>
            <a:endCxn id="12" idx="2"/>
          </p:cNvCxnSpPr>
          <p:nvPr/>
        </p:nvCxnSpPr>
        <p:spPr>
          <a:xfrm>
            <a:off x="2570448" y="4046513"/>
            <a:ext cx="1460927" cy="24298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B855DD6-594F-9F79-0493-82810B46B05A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2570448" y="4046513"/>
            <a:ext cx="1460927" cy="179915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0526D50-CD78-BAF4-FC3C-D8539FFDB5F2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2570448" y="2251234"/>
            <a:ext cx="1460927" cy="359442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8A811F-9B22-A128-E5B2-C43D7287ED4F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 flipV="1">
            <a:off x="2570448" y="3270367"/>
            <a:ext cx="1460927" cy="257529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2EF5B64-024D-91E4-43D9-8E3E4B283B9B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 flipV="1">
            <a:off x="2570448" y="4289500"/>
            <a:ext cx="1460927" cy="15561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99915E-19CE-1130-7AF2-027BC9089C83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>
            <a:off x="2570448" y="5845663"/>
            <a:ext cx="1460927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4E92839-55FC-939A-C7C7-9815E0533EE1}"/>
              </a:ext>
            </a:extLst>
          </p:cNvPr>
          <p:cNvSpPr>
            <a:spLocks noChangeAspect="1"/>
          </p:cNvSpPr>
          <p:nvPr/>
        </p:nvSpPr>
        <p:spPr>
          <a:xfrm>
            <a:off x="5522750" y="2008246"/>
            <a:ext cx="491244" cy="485975"/>
          </a:xfrm>
          <a:prstGeom prst="ellipse">
            <a:avLst/>
          </a:prstGeom>
          <a:solidFill>
            <a:srgbClr val="289B2A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8D9C5D2-FB15-9504-8494-C205B9C34503}"/>
              </a:ext>
            </a:extLst>
          </p:cNvPr>
          <p:cNvSpPr>
            <a:spLocks noChangeAspect="1"/>
          </p:cNvSpPr>
          <p:nvPr/>
        </p:nvSpPr>
        <p:spPr>
          <a:xfrm>
            <a:off x="5522750" y="3027379"/>
            <a:ext cx="491244" cy="485975"/>
          </a:xfrm>
          <a:prstGeom prst="ellipse">
            <a:avLst/>
          </a:prstGeom>
          <a:solidFill>
            <a:srgbClr val="289B2A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9E6A8BB-204A-001A-3207-98EFDD5C9F6E}"/>
              </a:ext>
            </a:extLst>
          </p:cNvPr>
          <p:cNvSpPr>
            <a:spLocks noChangeAspect="1"/>
          </p:cNvSpPr>
          <p:nvPr/>
        </p:nvSpPr>
        <p:spPr>
          <a:xfrm>
            <a:off x="5522750" y="5602675"/>
            <a:ext cx="491244" cy="485975"/>
          </a:xfrm>
          <a:prstGeom prst="ellipse">
            <a:avLst/>
          </a:prstGeom>
          <a:solidFill>
            <a:srgbClr val="289B2A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980F1AB-7B0A-0FCB-6FBA-5680EFEC4643}"/>
              </a:ext>
            </a:extLst>
          </p:cNvPr>
          <p:cNvSpPr>
            <a:spLocks noChangeAspect="1"/>
          </p:cNvSpPr>
          <p:nvPr/>
        </p:nvSpPr>
        <p:spPr>
          <a:xfrm>
            <a:off x="5522750" y="4046512"/>
            <a:ext cx="491244" cy="485975"/>
          </a:xfrm>
          <a:prstGeom prst="ellipse">
            <a:avLst/>
          </a:prstGeom>
          <a:solidFill>
            <a:srgbClr val="289B2A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94A7312-AC73-3D4D-67E8-8CED3697E27B}"/>
              </a:ext>
            </a:extLst>
          </p:cNvPr>
          <p:cNvCxnSpPr>
            <a:cxnSpLocks/>
            <a:stCxn id="9" idx="6"/>
            <a:endCxn id="48" idx="2"/>
          </p:cNvCxnSpPr>
          <p:nvPr/>
        </p:nvCxnSpPr>
        <p:spPr>
          <a:xfrm>
            <a:off x="4522619" y="2251234"/>
            <a:ext cx="100013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22E1FBCB-7821-80A8-58EE-00D4A7F87B45}"/>
              </a:ext>
            </a:extLst>
          </p:cNvPr>
          <p:cNvCxnSpPr>
            <a:cxnSpLocks/>
            <a:stCxn id="9" idx="6"/>
            <a:endCxn id="49" idx="2"/>
          </p:cNvCxnSpPr>
          <p:nvPr/>
        </p:nvCxnSpPr>
        <p:spPr>
          <a:xfrm>
            <a:off x="4522619" y="2251234"/>
            <a:ext cx="1000131" cy="101913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8" name="Straight Arrow Connector 1027">
            <a:extLst>
              <a:ext uri="{FF2B5EF4-FFF2-40B4-BE49-F238E27FC236}">
                <a16:creationId xmlns:a16="http://schemas.microsoft.com/office/drawing/2014/main" id="{2DB47034-1B5F-154A-6B06-910665559F18}"/>
              </a:ext>
            </a:extLst>
          </p:cNvPr>
          <p:cNvCxnSpPr>
            <a:cxnSpLocks/>
            <a:stCxn id="9" idx="6"/>
            <a:endCxn id="51" idx="2"/>
          </p:cNvCxnSpPr>
          <p:nvPr/>
        </p:nvCxnSpPr>
        <p:spPr>
          <a:xfrm>
            <a:off x="4522619" y="2251234"/>
            <a:ext cx="1000131" cy="203826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1" name="Straight Arrow Connector 1030">
            <a:extLst>
              <a:ext uri="{FF2B5EF4-FFF2-40B4-BE49-F238E27FC236}">
                <a16:creationId xmlns:a16="http://schemas.microsoft.com/office/drawing/2014/main" id="{AE9ADE9E-424C-65F9-F50A-A4740331B464}"/>
              </a:ext>
            </a:extLst>
          </p:cNvPr>
          <p:cNvCxnSpPr>
            <a:cxnSpLocks/>
            <a:stCxn id="9" idx="6"/>
            <a:endCxn id="50" idx="2"/>
          </p:cNvCxnSpPr>
          <p:nvPr/>
        </p:nvCxnSpPr>
        <p:spPr>
          <a:xfrm>
            <a:off x="4522619" y="2251234"/>
            <a:ext cx="1000131" cy="359442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BA7E8755-1813-5B6E-AAC0-7B0F0C5BC22D}"/>
              </a:ext>
            </a:extLst>
          </p:cNvPr>
          <p:cNvCxnSpPr>
            <a:cxnSpLocks/>
            <a:stCxn id="10" idx="6"/>
            <a:endCxn id="49" idx="2"/>
          </p:cNvCxnSpPr>
          <p:nvPr/>
        </p:nvCxnSpPr>
        <p:spPr>
          <a:xfrm>
            <a:off x="4522619" y="3270367"/>
            <a:ext cx="100013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64AF2696-370E-E90F-451F-B769187DD3D5}"/>
              </a:ext>
            </a:extLst>
          </p:cNvPr>
          <p:cNvCxnSpPr>
            <a:cxnSpLocks/>
            <a:stCxn id="10" idx="6"/>
            <a:endCxn id="51" idx="2"/>
          </p:cNvCxnSpPr>
          <p:nvPr/>
        </p:nvCxnSpPr>
        <p:spPr>
          <a:xfrm>
            <a:off x="4522619" y="3270367"/>
            <a:ext cx="1000131" cy="101913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3A0B083C-B47C-4AE1-7A18-3F5AFB1826CD}"/>
              </a:ext>
            </a:extLst>
          </p:cNvPr>
          <p:cNvCxnSpPr>
            <a:cxnSpLocks/>
            <a:stCxn id="10" idx="6"/>
            <a:endCxn id="50" idx="2"/>
          </p:cNvCxnSpPr>
          <p:nvPr/>
        </p:nvCxnSpPr>
        <p:spPr>
          <a:xfrm>
            <a:off x="4522619" y="3270367"/>
            <a:ext cx="1000131" cy="257529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3156D742-DD2F-EA79-71D2-5C8203DD3836}"/>
              </a:ext>
            </a:extLst>
          </p:cNvPr>
          <p:cNvCxnSpPr>
            <a:cxnSpLocks/>
            <a:stCxn id="12" idx="6"/>
            <a:endCxn id="50" idx="2"/>
          </p:cNvCxnSpPr>
          <p:nvPr/>
        </p:nvCxnSpPr>
        <p:spPr>
          <a:xfrm>
            <a:off x="4522619" y="4289500"/>
            <a:ext cx="1000131" cy="15561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60EB6824-CB49-5880-3575-A581E030F0FB}"/>
              </a:ext>
            </a:extLst>
          </p:cNvPr>
          <p:cNvCxnSpPr>
            <a:cxnSpLocks/>
            <a:stCxn id="12" idx="6"/>
            <a:endCxn id="51" idx="2"/>
          </p:cNvCxnSpPr>
          <p:nvPr/>
        </p:nvCxnSpPr>
        <p:spPr>
          <a:xfrm>
            <a:off x="4522619" y="4289500"/>
            <a:ext cx="100013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0" name="Straight Arrow Connector 1049">
            <a:extLst>
              <a:ext uri="{FF2B5EF4-FFF2-40B4-BE49-F238E27FC236}">
                <a16:creationId xmlns:a16="http://schemas.microsoft.com/office/drawing/2014/main" id="{CF577DA3-56A0-2408-3A79-2B5C9042F4D0}"/>
              </a:ext>
            </a:extLst>
          </p:cNvPr>
          <p:cNvCxnSpPr>
            <a:cxnSpLocks/>
            <a:stCxn id="12" idx="6"/>
            <a:endCxn id="49" idx="2"/>
          </p:cNvCxnSpPr>
          <p:nvPr/>
        </p:nvCxnSpPr>
        <p:spPr>
          <a:xfrm flipV="1">
            <a:off x="4522619" y="3270367"/>
            <a:ext cx="1000131" cy="101913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3" name="Straight Arrow Connector 1052">
            <a:extLst>
              <a:ext uri="{FF2B5EF4-FFF2-40B4-BE49-F238E27FC236}">
                <a16:creationId xmlns:a16="http://schemas.microsoft.com/office/drawing/2014/main" id="{5F66D97F-2204-7B59-B39E-34C544B45FC1}"/>
              </a:ext>
            </a:extLst>
          </p:cNvPr>
          <p:cNvCxnSpPr>
            <a:cxnSpLocks/>
            <a:stCxn id="12" idx="6"/>
            <a:endCxn id="48" idx="2"/>
          </p:cNvCxnSpPr>
          <p:nvPr/>
        </p:nvCxnSpPr>
        <p:spPr>
          <a:xfrm flipV="1">
            <a:off x="4522619" y="2251234"/>
            <a:ext cx="1000131" cy="203826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6" name="Straight Arrow Connector 1055">
            <a:extLst>
              <a:ext uri="{FF2B5EF4-FFF2-40B4-BE49-F238E27FC236}">
                <a16:creationId xmlns:a16="http://schemas.microsoft.com/office/drawing/2014/main" id="{979B0886-0C1F-0A82-E3E5-AE0C8321F74B}"/>
              </a:ext>
            </a:extLst>
          </p:cNvPr>
          <p:cNvCxnSpPr>
            <a:cxnSpLocks/>
            <a:stCxn id="11" idx="6"/>
            <a:endCxn id="48" idx="2"/>
          </p:cNvCxnSpPr>
          <p:nvPr/>
        </p:nvCxnSpPr>
        <p:spPr>
          <a:xfrm flipV="1">
            <a:off x="4522619" y="2251234"/>
            <a:ext cx="1000131" cy="359442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9" name="Straight Arrow Connector 1058">
            <a:extLst>
              <a:ext uri="{FF2B5EF4-FFF2-40B4-BE49-F238E27FC236}">
                <a16:creationId xmlns:a16="http://schemas.microsoft.com/office/drawing/2014/main" id="{2D99CDBE-6CA1-5FB9-F388-06E09796D710}"/>
              </a:ext>
            </a:extLst>
          </p:cNvPr>
          <p:cNvCxnSpPr>
            <a:cxnSpLocks/>
            <a:stCxn id="10" idx="6"/>
            <a:endCxn id="48" idx="2"/>
          </p:cNvCxnSpPr>
          <p:nvPr/>
        </p:nvCxnSpPr>
        <p:spPr>
          <a:xfrm flipV="1">
            <a:off x="4522619" y="2251234"/>
            <a:ext cx="1000131" cy="101913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97CB4149-9C85-96BC-D939-D76857CAA238}"/>
              </a:ext>
            </a:extLst>
          </p:cNvPr>
          <p:cNvCxnSpPr>
            <a:cxnSpLocks/>
            <a:stCxn id="11" idx="6"/>
            <a:endCxn id="49" idx="2"/>
          </p:cNvCxnSpPr>
          <p:nvPr/>
        </p:nvCxnSpPr>
        <p:spPr>
          <a:xfrm flipV="1">
            <a:off x="4522619" y="3270367"/>
            <a:ext cx="1000131" cy="257529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6" name="Straight Arrow Connector 1065">
            <a:extLst>
              <a:ext uri="{FF2B5EF4-FFF2-40B4-BE49-F238E27FC236}">
                <a16:creationId xmlns:a16="http://schemas.microsoft.com/office/drawing/2014/main" id="{277749A5-AE3C-B0F4-2F4B-6D629EE4448F}"/>
              </a:ext>
            </a:extLst>
          </p:cNvPr>
          <p:cNvCxnSpPr>
            <a:cxnSpLocks/>
            <a:stCxn id="11" idx="6"/>
            <a:endCxn id="51" idx="2"/>
          </p:cNvCxnSpPr>
          <p:nvPr/>
        </p:nvCxnSpPr>
        <p:spPr>
          <a:xfrm flipV="1">
            <a:off x="4522619" y="4289500"/>
            <a:ext cx="1000131" cy="15561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9" name="Straight Arrow Connector 1068">
            <a:extLst>
              <a:ext uri="{FF2B5EF4-FFF2-40B4-BE49-F238E27FC236}">
                <a16:creationId xmlns:a16="http://schemas.microsoft.com/office/drawing/2014/main" id="{AF5FBA6A-4C9E-F5C4-88B6-F243DDC5CCAB}"/>
              </a:ext>
            </a:extLst>
          </p:cNvPr>
          <p:cNvCxnSpPr>
            <a:cxnSpLocks/>
            <a:stCxn id="11" idx="6"/>
            <a:endCxn id="50" idx="2"/>
          </p:cNvCxnSpPr>
          <p:nvPr/>
        </p:nvCxnSpPr>
        <p:spPr>
          <a:xfrm>
            <a:off x="4522619" y="5845663"/>
            <a:ext cx="100013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5" name="Oval 1074">
            <a:extLst>
              <a:ext uri="{FF2B5EF4-FFF2-40B4-BE49-F238E27FC236}">
                <a16:creationId xmlns:a16="http://schemas.microsoft.com/office/drawing/2014/main" id="{DA7A811D-2E11-86BA-A8EE-8290654D34E1}"/>
              </a:ext>
            </a:extLst>
          </p:cNvPr>
          <p:cNvSpPr>
            <a:spLocks noChangeAspect="1"/>
          </p:cNvSpPr>
          <p:nvPr/>
        </p:nvSpPr>
        <p:spPr>
          <a:xfrm>
            <a:off x="7351610" y="2541404"/>
            <a:ext cx="491244" cy="485975"/>
          </a:xfrm>
          <a:prstGeom prst="ellipse">
            <a:avLst/>
          </a:prstGeom>
          <a:solidFill>
            <a:srgbClr val="D02625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76" name="Oval 1075">
            <a:extLst>
              <a:ext uri="{FF2B5EF4-FFF2-40B4-BE49-F238E27FC236}">
                <a16:creationId xmlns:a16="http://schemas.microsoft.com/office/drawing/2014/main" id="{5FC6812E-B537-ED49-BA8D-310DD7887C1B}"/>
              </a:ext>
            </a:extLst>
          </p:cNvPr>
          <p:cNvSpPr>
            <a:spLocks noChangeAspect="1"/>
          </p:cNvSpPr>
          <p:nvPr/>
        </p:nvSpPr>
        <p:spPr>
          <a:xfrm>
            <a:off x="7351610" y="3803525"/>
            <a:ext cx="491244" cy="485975"/>
          </a:xfrm>
          <a:prstGeom prst="ellipse">
            <a:avLst/>
          </a:prstGeom>
          <a:solidFill>
            <a:srgbClr val="D02625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77" name="Oval 1076">
            <a:extLst>
              <a:ext uri="{FF2B5EF4-FFF2-40B4-BE49-F238E27FC236}">
                <a16:creationId xmlns:a16="http://schemas.microsoft.com/office/drawing/2014/main" id="{5F8058D4-4294-DC22-A029-3316A4BC1C85}"/>
              </a:ext>
            </a:extLst>
          </p:cNvPr>
          <p:cNvSpPr>
            <a:spLocks noChangeAspect="1"/>
          </p:cNvSpPr>
          <p:nvPr/>
        </p:nvSpPr>
        <p:spPr>
          <a:xfrm>
            <a:off x="7351610" y="5602675"/>
            <a:ext cx="491244" cy="485975"/>
          </a:xfrm>
          <a:prstGeom prst="ellipse">
            <a:avLst/>
          </a:prstGeom>
          <a:solidFill>
            <a:srgbClr val="D02625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1078" name="Straight Arrow Connector 1077">
            <a:extLst>
              <a:ext uri="{FF2B5EF4-FFF2-40B4-BE49-F238E27FC236}">
                <a16:creationId xmlns:a16="http://schemas.microsoft.com/office/drawing/2014/main" id="{52145147-301F-2496-F661-DC0C935B995A}"/>
              </a:ext>
            </a:extLst>
          </p:cNvPr>
          <p:cNvCxnSpPr>
            <a:cxnSpLocks/>
            <a:stCxn id="50" idx="6"/>
            <a:endCxn id="1077" idx="2"/>
          </p:cNvCxnSpPr>
          <p:nvPr/>
        </p:nvCxnSpPr>
        <p:spPr>
          <a:xfrm>
            <a:off x="6013994" y="5845663"/>
            <a:ext cx="133761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1" name="Straight Arrow Connector 1080">
            <a:extLst>
              <a:ext uri="{FF2B5EF4-FFF2-40B4-BE49-F238E27FC236}">
                <a16:creationId xmlns:a16="http://schemas.microsoft.com/office/drawing/2014/main" id="{E396B3AB-8EB9-139E-4571-75E8C13B192A}"/>
              </a:ext>
            </a:extLst>
          </p:cNvPr>
          <p:cNvCxnSpPr>
            <a:cxnSpLocks/>
            <a:stCxn id="50" idx="6"/>
            <a:endCxn id="1076" idx="2"/>
          </p:cNvCxnSpPr>
          <p:nvPr/>
        </p:nvCxnSpPr>
        <p:spPr>
          <a:xfrm flipV="1">
            <a:off x="6013994" y="4046513"/>
            <a:ext cx="1337616" cy="179915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4" name="Straight Arrow Connector 1083">
            <a:extLst>
              <a:ext uri="{FF2B5EF4-FFF2-40B4-BE49-F238E27FC236}">
                <a16:creationId xmlns:a16="http://schemas.microsoft.com/office/drawing/2014/main" id="{E18C623E-4717-5F34-29FA-8811D6F0C01B}"/>
              </a:ext>
            </a:extLst>
          </p:cNvPr>
          <p:cNvCxnSpPr>
            <a:cxnSpLocks/>
            <a:stCxn id="50" idx="6"/>
            <a:endCxn id="1075" idx="2"/>
          </p:cNvCxnSpPr>
          <p:nvPr/>
        </p:nvCxnSpPr>
        <p:spPr>
          <a:xfrm flipV="1">
            <a:off x="6013994" y="2784392"/>
            <a:ext cx="1337616" cy="306127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7" name="Straight Arrow Connector 1086">
            <a:extLst>
              <a:ext uri="{FF2B5EF4-FFF2-40B4-BE49-F238E27FC236}">
                <a16:creationId xmlns:a16="http://schemas.microsoft.com/office/drawing/2014/main" id="{DCDA5D01-251C-2448-50AD-6A8E266514D3}"/>
              </a:ext>
            </a:extLst>
          </p:cNvPr>
          <p:cNvCxnSpPr>
            <a:cxnSpLocks/>
            <a:stCxn id="51" idx="6"/>
            <a:endCxn id="1075" idx="2"/>
          </p:cNvCxnSpPr>
          <p:nvPr/>
        </p:nvCxnSpPr>
        <p:spPr>
          <a:xfrm flipV="1">
            <a:off x="6013994" y="2784392"/>
            <a:ext cx="1337616" cy="150510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0" name="Straight Arrow Connector 1089">
            <a:extLst>
              <a:ext uri="{FF2B5EF4-FFF2-40B4-BE49-F238E27FC236}">
                <a16:creationId xmlns:a16="http://schemas.microsoft.com/office/drawing/2014/main" id="{6FA6BDD5-8B48-B10D-C204-FF45A7008CEF}"/>
              </a:ext>
            </a:extLst>
          </p:cNvPr>
          <p:cNvCxnSpPr>
            <a:cxnSpLocks/>
            <a:stCxn id="49" idx="6"/>
            <a:endCxn id="1075" idx="2"/>
          </p:cNvCxnSpPr>
          <p:nvPr/>
        </p:nvCxnSpPr>
        <p:spPr>
          <a:xfrm flipV="1">
            <a:off x="6013994" y="2784392"/>
            <a:ext cx="1337616" cy="48597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3" name="Straight Arrow Connector 1092">
            <a:extLst>
              <a:ext uri="{FF2B5EF4-FFF2-40B4-BE49-F238E27FC236}">
                <a16:creationId xmlns:a16="http://schemas.microsoft.com/office/drawing/2014/main" id="{C8E2EF4B-686D-8A9D-DCDE-DCBF30FCF994}"/>
              </a:ext>
            </a:extLst>
          </p:cNvPr>
          <p:cNvCxnSpPr>
            <a:cxnSpLocks/>
            <a:stCxn id="48" idx="6"/>
            <a:endCxn id="1075" idx="2"/>
          </p:cNvCxnSpPr>
          <p:nvPr/>
        </p:nvCxnSpPr>
        <p:spPr>
          <a:xfrm>
            <a:off x="6013994" y="2251234"/>
            <a:ext cx="1337616" cy="53315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6" name="Straight Arrow Connector 1095">
            <a:extLst>
              <a:ext uri="{FF2B5EF4-FFF2-40B4-BE49-F238E27FC236}">
                <a16:creationId xmlns:a16="http://schemas.microsoft.com/office/drawing/2014/main" id="{C7AF00B9-7E51-5738-8699-D012E84E228F}"/>
              </a:ext>
            </a:extLst>
          </p:cNvPr>
          <p:cNvCxnSpPr>
            <a:cxnSpLocks/>
            <a:stCxn id="48" idx="6"/>
            <a:endCxn id="1076" idx="2"/>
          </p:cNvCxnSpPr>
          <p:nvPr/>
        </p:nvCxnSpPr>
        <p:spPr>
          <a:xfrm>
            <a:off x="6013994" y="2251234"/>
            <a:ext cx="1337616" cy="179527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9" name="Straight Arrow Connector 1098">
            <a:extLst>
              <a:ext uri="{FF2B5EF4-FFF2-40B4-BE49-F238E27FC236}">
                <a16:creationId xmlns:a16="http://schemas.microsoft.com/office/drawing/2014/main" id="{A6810322-C8AF-0C41-88F7-065D23AA0489}"/>
              </a:ext>
            </a:extLst>
          </p:cNvPr>
          <p:cNvCxnSpPr>
            <a:cxnSpLocks/>
            <a:stCxn id="48" idx="6"/>
            <a:endCxn id="1077" idx="2"/>
          </p:cNvCxnSpPr>
          <p:nvPr/>
        </p:nvCxnSpPr>
        <p:spPr>
          <a:xfrm>
            <a:off x="6013994" y="2251234"/>
            <a:ext cx="1337616" cy="359442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2" name="Straight Arrow Connector 1101">
            <a:extLst>
              <a:ext uri="{FF2B5EF4-FFF2-40B4-BE49-F238E27FC236}">
                <a16:creationId xmlns:a16="http://schemas.microsoft.com/office/drawing/2014/main" id="{D3089564-047F-D256-E90B-F27CC963D9A7}"/>
              </a:ext>
            </a:extLst>
          </p:cNvPr>
          <p:cNvCxnSpPr>
            <a:cxnSpLocks/>
            <a:stCxn id="49" idx="6"/>
            <a:endCxn id="1076" idx="2"/>
          </p:cNvCxnSpPr>
          <p:nvPr/>
        </p:nvCxnSpPr>
        <p:spPr>
          <a:xfrm>
            <a:off x="6013994" y="3270367"/>
            <a:ext cx="1337616" cy="7761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5" name="Straight Arrow Connector 1104">
            <a:extLst>
              <a:ext uri="{FF2B5EF4-FFF2-40B4-BE49-F238E27FC236}">
                <a16:creationId xmlns:a16="http://schemas.microsoft.com/office/drawing/2014/main" id="{D7BA9040-34A6-068A-0617-ABEA3608BF65}"/>
              </a:ext>
            </a:extLst>
          </p:cNvPr>
          <p:cNvCxnSpPr>
            <a:cxnSpLocks/>
            <a:stCxn id="49" idx="6"/>
            <a:endCxn id="1077" idx="2"/>
          </p:cNvCxnSpPr>
          <p:nvPr/>
        </p:nvCxnSpPr>
        <p:spPr>
          <a:xfrm>
            <a:off x="6013994" y="3270367"/>
            <a:ext cx="1337616" cy="257529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8" name="Straight Arrow Connector 1107">
            <a:extLst>
              <a:ext uri="{FF2B5EF4-FFF2-40B4-BE49-F238E27FC236}">
                <a16:creationId xmlns:a16="http://schemas.microsoft.com/office/drawing/2014/main" id="{D6C13C5C-CB61-142D-F28A-F80E07562FC9}"/>
              </a:ext>
            </a:extLst>
          </p:cNvPr>
          <p:cNvCxnSpPr>
            <a:cxnSpLocks/>
            <a:stCxn id="51" idx="6"/>
            <a:endCxn id="1076" idx="2"/>
          </p:cNvCxnSpPr>
          <p:nvPr/>
        </p:nvCxnSpPr>
        <p:spPr>
          <a:xfrm flipV="1">
            <a:off x="6013994" y="4046513"/>
            <a:ext cx="1337616" cy="24298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1" name="Straight Arrow Connector 1110">
            <a:extLst>
              <a:ext uri="{FF2B5EF4-FFF2-40B4-BE49-F238E27FC236}">
                <a16:creationId xmlns:a16="http://schemas.microsoft.com/office/drawing/2014/main" id="{B7EB5A43-0519-E766-2D81-7726E42D99F6}"/>
              </a:ext>
            </a:extLst>
          </p:cNvPr>
          <p:cNvCxnSpPr>
            <a:cxnSpLocks/>
            <a:stCxn id="51" idx="6"/>
            <a:endCxn id="1077" idx="2"/>
          </p:cNvCxnSpPr>
          <p:nvPr/>
        </p:nvCxnSpPr>
        <p:spPr>
          <a:xfrm>
            <a:off x="6013994" y="4289500"/>
            <a:ext cx="1337616" cy="15561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4" name="TextBox 1113">
            <a:extLst>
              <a:ext uri="{FF2B5EF4-FFF2-40B4-BE49-F238E27FC236}">
                <a16:creationId xmlns:a16="http://schemas.microsoft.com/office/drawing/2014/main" id="{35203F6B-6B86-33EB-339B-9FE2E631D2FB}"/>
              </a:ext>
            </a:extLst>
          </p:cNvPr>
          <p:cNvSpPr txBox="1"/>
          <p:nvPr/>
        </p:nvSpPr>
        <p:spPr>
          <a:xfrm>
            <a:off x="2156948" y="4253589"/>
            <a:ext cx="3357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</a:t>
            </a:r>
          </a:p>
          <a:p>
            <a:pPr algn="ctr"/>
            <a:r>
              <a:rPr lang="en-US" sz="2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</a:t>
            </a:r>
          </a:p>
          <a:p>
            <a:pPr algn="ctr"/>
            <a:r>
              <a:rPr lang="en-US" sz="2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903AFCBF-98C6-DD7C-C52D-8E1CC0C3D229}"/>
              </a:ext>
            </a:extLst>
          </p:cNvPr>
          <p:cNvSpPr txBox="1"/>
          <p:nvPr/>
        </p:nvSpPr>
        <p:spPr>
          <a:xfrm>
            <a:off x="4109119" y="4326656"/>
            <a:ext cx="3357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</a:t>
            </a:r>
          </a:p>
          <a:p>
            <a:pPr algn="ctr"/>
            <a:r>
              <a:rPr lang="en-US" sz="2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</a:t>
            </a:r>
          </a:p>
          <a:p>
            <a:pPr algn="ctr"/>
            <a:r>
              <a:rPr lang="en-US" sz="2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288F2EA9-A50A-0128-B305-0BE07E902EA2}"/>
              </a:ext>
            </a:extLst>
          </p:cNvPr>
          <p:cNvSpPr txBox="1"/>
          <p:nvPr/>
        </p:nvSpPr>
        <p:spPr>
          <a:xfrm>
            <a:off x="5600494" y="4315027"/>
            <a:ext cx="3357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</a:t>
            </a:r>
          </a:p>
          <a:p>
            <a:pPr algn="ctr"/>
            <a:r>
              <a:rPr lang="en-US" sz="2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</a:t>
            </a:r>
          </a:p>
          <a:p>
            <a:pPr algn="ctr"/>
            <a:r>
              <a:rPr lang="en-US" sz="2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D393A1B5-4026-1A01-694D-7FCA47D30DA5}"/>
              </a:ext>
            </a:extLst>
          </p:cNvPr>
          <p:cNvSpPr txBox="1"/>
          <p:nvPr/>
        </p:nvSpPr>
        <p:spPr>
          <a:xfrm>
            <a:off x="7429354" y="4253590"/>
            <a:ext cx="3357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</a:t>
            </a:r>
          </a:p>
          <a:p>
            <a:pPr algn="ctr"/>
            <a:r>
              <a:rPr lang="en-US" sz="2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</a:t>
            </a:r>
          </a:p>
          <a:p>
            <a:pPr algn="ctr"/>
            <a:r>
              <a:rPr lang="en-US" sz="28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</a:t>
            </a:r>
          </a:p>
        </p:txBody>
      </p:sp>
      <p:cxnSp>
        <p:nvCxnSpPr>
          <p:cNvPr id="1118" name="Straight Arrow Connector 1117">
            <a:extLst>
              <a:ext uri="{FF2B5EF4-FFF2-40B4-BE49-F238E27FC236}">
                <a16:creationId xmlns:a16="http://schemas.microsoft.com/office/drawing/2014/main" id="{A01923DE-824F-0617-5E0B-85C1D934AEC5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609455" y="4046512"/>
            <a:ext cx="1469749" cy="1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0" name="Straight Arrow Connector 1119">
            <a:extLst>
              <a:ext uri="{FF2B5EF4-FFF2-40B4-BE49-F238E27FC236}">
                <a16:creationId xmlns:a16="http://schemas.microsoft.com/office/drawing/2014/main" id="{511E60CE-5AC9-42DC-9547-64F90CB37133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609455" y="5845663"/>
            <a:ext cx="1469749" cy="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3" name="Straight Arrow Connector 1122">
            <a:extLst>
              <a:ext uri="{FF2B5EF4-FFF2-40B4-BE49-F238E27FC236}">
                <a16:creationId xmlns:a16="http://schemas.microsoft.com/office/drawing/2014/main" id="{7C15929B-717A-5486-2152-7EF7B6E67853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609454" y="2784391"/>
            <a:ext cx="1469750" cy="1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5" name="Straight Arrow Connector 1124">
            <a:extLst>
              <a:ext uri="{FF2B5EF4-FFF2-40B4-BE49-F238E27FC236}">
                <a16:creationId xmlns:a16="http://schemas.microsoft.com/office/drawing/2014/main" id="{2B27CCBF-2E9E-A564-063D-C866F96097FF}"/>
              </a:ext>
            </a:extLst>
          </p:cNvPr>
          <p:cNvCxnSpPr>
            <a:cxnSpLocks/>
          </p:cNvCxnSpPr>
          <p:nvPr/>
        </p:nvCxnSpPr>
        <p:spPr>
          <a:xfrm>
            <a:off x="7842854" y="2784391"/>
            <a:ext cx="1469750" cy="1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6" name="Straight Arrow Connector 1125">
            <a:extLst>
              <a:ext uri="{FF2B5EF4-FFF2-40B4-BE49-F238E27FC236}">
                <a16:creationId xmlns:a16="http://schemas.microsoft.com/office/drawing/2014/main" id="{773669B0-7E48-1111-AE97-5FAA20463439}"/>
              </a:ext>
            </a:extLst>
          </p:cNvPr>
          <p:cNvCxnSpPr>
            <a:cxnSpLocks/>
          </p:cNvCxnSpPr>
          <p:nvPr/>
        </p:nvCxnSpPr>
        <p:spPr>
          <a:xfrm>
            <a:off x="7842854" y="4046512"/>
            <a:ext cx="1469750" cy="1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3EFDC692-ACE5-3332-60EE-C4E9A23BFABC}"/>
              </a:ext>
            </a:extLst>
          </p:cNvPr>
          <p:cNvCxnSpPr>
            <a:cxnSpLocks/>
          </p:cNvCxnSpPr>
          <p:nvPr/>
        </p:nvCxnSpPr>
        <p:spPr>
          <a:xfrm>
            <a:off x="7842854" y="5845662"/>
            <a:ext cx="1469750" cy="1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64D4FDC5-082E-5A9B-801C-93E7F4E878F5}"/>
              </a:ext>
            </a:extLst>
          </p:cNvPr>
          <p:cNvSpPr/>
          <p:nvPr/>
        </p:nvSpPr>
        <p:spPr>
          <a:xfrm>
            <a:off x="3513909" y="1838315"/>
            <a:ext cx="3013634" cy="450097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B2B08FFE-69F8-546B-35AF-67581F1C35FA}"/>
              </a:ext>
            </a:extLst>
          </p:cNvPr>
          <p:cNvSpPr/>
          <p:nvPr/>
        </p:nvSpPr>
        <p:spPr>
          <a:xfrm>
            <a:off x="609455" y="2508760"/>
            <a:ext cx="1364200" cy="266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CMU Serif BoldItalic" panose="02000603000000000000" pitchFamily="2" charset="0"/>
                <a:ea typeface="CMU Serif BoldItalic" panose="02000603000000000000" pitchFamily="2" charset="0"/>
                <a:cs typeface="CMU Serif BoldItalic" panose="02000603000000000000" pitchFamily="2" charset="0"/>
              </a:rPr>
              <a:t>x</a:t>
            </a:r>
            <a:r>
              <a:rPr lang="en-US" sz="2400" b="1" baseline="-2500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9A65E893-04E5-9CF5-9026-7F1CDAAD6407}"/>
              </a:ext>
            </a:extLst>
          </p:cNvPr>
          <p:cNvSpPr/>
          <p:nvPr/>
        </p:nvSpPr>
        <p:spPr>
          <a:xfrm>
            <a:off x="609455" y="3770880"/>
            <a:ext cx="1364200" cy="266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CMU Serif BoldItalic" panose="02000603000000000000" pitchFamily="2" charset="0"/>
                <a:ea typeface="CMU Serif BoldItalic" panose="02000603000000000000" pitchFamily="2" charset="0"/>
                <a:cs typeface="CMU Serif BoldItalic" panose="02000603000000000000" pitchFamily="2" charset="0"/>
              </a:rPr>
              <a:t>x</a:t>
            </a:r>
            <a:r>
              <a:rPr lang="en-US" sz="2400" b="1" baseline="-2500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46342413-2F7A-6121-0C6F-41E0C4A91CBF}"/>
              </a:ext>
            </a:extLst>
          </p:cNvPr>
          <p:cNvSpPr/>
          <p:nvPr/>
        </p:nvSpPr>
        <p:spPr>
          <a:xfrm>
            <a:off x="609454" y="5559238"/>
            <a:ext cx="1364200" cy="266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 err="1">
                <a:solidFill>
                  <a:schemeClr val="tx1"/>
                </a:solidFill>
                <a:latin typeface="CMU Serif BoldItalic" panose="02000603000000000000" pitchFamily="2" charset="0"/>
                <a:ea typeface="CMU Serif BoldItalic" panose="02000603000000000000" pitchFamily="2" charset="0"/>
                <a:cs typeface="CMU Serif BoldItalic" panose="02000603000000000000" pitchFamily="2" charset="0"/>
              </a:rPr>
              <a:t>x</a:t>
            </a:r>
            <a:r>
              <a:rPr lang="en-US" sz="2400" b="1" i="1" baseline="-25000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endParaRPr lang="en-US" sz="2400" b="1" baseline="-2500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C80DF700-D36F-EE77-0D10-23A89D833C9A}"/>
              </a:ext>
            </a:extLst>
          </p:cNvPr>
          <p:cNvSpPr/>
          <p:nvPr/>
        </p:nvSpPr>
        <p:spPr>
          <a:xfrm>
            <a:off x="7842855" y="2486673"/>
            <a:ext cx="1364200" cy="266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CMU Serif BoldItalic" panose="02000603000000000000" pitchFamily="2" charset="0"/>
                <a:ea typeface="CMU Serif BoldItalic" panose="02000603000000000000" pitchFamily="2" charset="0"/>
                <a:cs typeface="CMU Serif BoldItalic" panose="02000603000000000000" pitchFamily="2" charset="0"/>
              </a:rPr>
              <a:t>y</a:t>
            </a:r>
            <a:r>
              <a:rPr lang="en-US" sz="2400" b="1" baseline="-2500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CF04143-71D5-9552-A4BA-34AE9ACC1B58}"/>
              </a:ext>
            </a:extLst>
          </p:cNvPr>
          <p:cNvSpPr/>
          <p:nvPr/>
        </p:nvSpPr>
        <p:spPr>
          <a:xfrm>
            <a:off x="7842855" y="3748793"/>
            <a:ext cx="1364200" cy="266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CMU Serif BoldItalic" panose="02000603000000000000" pitchFamily="2" charset="0"/>
                <a:ea typeface="CMU Serif BoldItalic" panose="02000603000000000000" pitchFamily="2" charset="0"/>
                <a:cs typeface="CMU Serif BoldItalic" panose="02000603000000000000" pitchFamily="2" charset="0"/>
              </a:rPr>
              <a:t>y</a:t>
            </a:r>
            <a:r>
              <a:rPr lang="en-US" sz="2400" b="1" baseline="-2500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F0EB3B91-9E2C-8197-B8CF-F56EE7975CD1}"/>
              </a:ext>
            </a:extLst>
          </p:cNvPr>
          <p:cNvSpPr/>
          <p:nvPr/>
        </p:nvSpPr>
        <p:spPr>
          <a:xfrm>
            <a:off x="7842854" y="5537151"/>
            <a:ext cx="1364200" cy="266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 err="1">
                <a:solidFill>
                  <a:schemeClr val="tx1"/>
                </a:solidFill>
                <a:latin typeface="CMU Serif BoldItalic" panose="02000603000000000000" pitchFamily="2" charset="0"/>
                <a:ea typeface="CMU Serif BoldItalic" panose="02000603000000000000" pitchFamily="2" charset="0"/>
                <a:cs typeface="CMU Serif BoldItalic" panose="02000603000000000000" pitchFamily="2" charset="0"/>
              </a:rPr>
              <a:t>y</a:t>
            </a:r>
            <a:r>
              <a:rPr lang="en-US" sz="2400" b="1" i="1" baseline="-25000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  <a:endParaRPr lang="en-US" sz="2400" b="1" baseline="-2500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15AD6514-EE05-2505-5F93-47EE93E2B965}"/>
              </a:ext>
            </a:extLst>
          </p:cNvPr>
          <p:cNvSpPr txBox="1"/>
          <p:nvPr/>
        </p:nvSpPr>
        <p:spPr>
          <a:xfrm>
            <a:off x="3513909" y="6447945"/>
            <a:ext cx="3013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LM Roman 10" pitchFamily="2" charset="77"/>
              </a:rPr>
              <a:t>Hidden Layers</a:t>
            </a: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9DE103CE-11D7-DD0C-D4BE-07B31FE2F5A4}"/>
              </a:ext>
            </a:extLst>
          </p:cNvPr>
          <p:cNvSpPr txBox="1"/>
          <p:nvPr/>
        </p:nvSpPr>
        <p:spPr>
          <a:xfrm>
            <a:off x="-162488" y="6212932"/>
            <a:ext cx="3013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LM Roman 10" pitchFamily="2" charset="77"/>
              </a:rPr>
              <a:t>Input Layer</a:t>
            </a: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1AAFD388-332D-1953-0773-E1D3F298405D}"/>
              </a:ext>
            </a:extLst>
          </p:cNvPr>
          <p:cNvSpPr txBox="1"/>
          <p:nvPr/>
        </p:nvSpPr>
        <p:spPr>
          <a:xfrm>
            <a:off x="7070912" y="6212932"/>
            <a:ext cx="3013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LM Roman 10" pitchFamily="2" charset="77"/>
              </a:rPr>
              <a:t>Output Layer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3A83E50-A5CD-2DDE-CA02-51B5E7E1C09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36250" y="276059"/>
            <a:ext cx="4714878" cy="14872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38E7DE-8254-F762-60EA-7EDE850440D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2618" y="769350"/>
            <a:ext cx="2848659" cy="70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314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76"/>
  <p:tag name="ORIGINALWIDTH" val=" 1509"/>
  <p:tag name="OUTPUTTYPE" val="PNG"/>
  <p:tag name="IGUANATEXVERSION" val="162"/>
  <p:tag name="LATEXADDIN" val="\documentclass{article}&#10;\usepackage{amsmath}&#10;\pagestyle{empty}&#10;\begin{document}&#10;&#10;$$\mathcal{L}(\boldsymbol{w}) = \underbrace{\mathcal{L}_D(\boldsymbol{w})}_{\mathrm{Data}}+ \overbrace{\alpha_P\mathcal{L}_P(\boldsymbol{w})}^{\mathrm{Physics}}$$&#10;&#10;&#10;\end{document}"/>
  <p:tag name="IGUANATEXSIZE" val="20"/>
  <p:tag name="IGUANATEXCURSOR" val="173"/>
  <p:tag name="TRANSPARENCY" val="True"/>
  <p:tag name="CHOOSECOLOR" val="False"/>
  <p:tag name="COLORHEX" val="000000"/>
  <p:tag name="LATEXENGINEID" val="0"/>
  <p:tag name="TEMPFOLDER" val="/Users/jonatanharaldsson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3"/>
  <p:tag name="ORIGINALWIDTH" val=" 783"/>
  <p:tag name="OUTPUTTYPE" val="PNG"/>
  <p:tag name="IGUANATEXVERSION" val="162"/>
  <p:tag name="LATEXADDIN" val="\documentclass{article}&#10;\usepackage{amsmath}&#10;\pagestyle{empty}&#10;\begin{document}&#10;&#10;$$\underset{\boldsymbol{w}}{\arg\!\min}\{\mathcal{L}(\boldsymbol{w})\}$$&#10;&#10;&#10;\end{document}"/>
  <p:tag name="IGUANATEXSIZE" val="20"/>
  <p:tag name="IGUANATEXCURSOR" val="151"/>
  <p:tag name="TRANSPARENCY" val="True"/>
  <p:tag name="CHOOSECOLOR" val="False"/>
  <p:tag name="COLORHEX" val="000000"/>
  <p:tag name="LATEXENGINEID" val="0"/>
  <p:tag name="TEMPFOLDER" val="/Users/jonatanharaldsson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24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CMU Serif</vt:lpstr>
      <vt:lpstr>CMU Serif BoldItalic</vt:lpstr>
      <vt:lpstr>CMU Serif Roman</vt:lpstr>
      <vt:lpstr>LM Roman 10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Jonatan Haraldsson</dc:creator>
  <cp:lastModifiedBy>Jonatan Haraldsson</cp:lastModifiedBy>
  <cp:revision>3</cp:revision>
  <dcterms:created xsi:type="dcterms:W3CDTF">2026-01-19T17:11:50Z</dcterms:created>
  <dcterms:modified xsi:type="dcterms:W3CDTF">2026-01-30T08:27:52Z</dcterms:modified>
</cp:coreProperties>
</file>