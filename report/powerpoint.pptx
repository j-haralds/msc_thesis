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02625"/>
    <a:srgbClr val="289B2A"/>
    <a:srgbClr val="1E77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87"/>
    <p:restoredTop sz="94658"/>
  </p:normalViewPr>
  <p:slideViewPr>
    <p:cSldViewPr snapToGrid="0">
      <p:cViewPr varScale="1">
        <p:scale>
          <a:sx n="120" d="100"/>
          <a:sy n="120" d="100"/>
        </p:scale>
        <p:origin x="9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83EAA-AB68-822D-6C38-AB6D8ED444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70101A-4CA9-AE5E-2844-098C3B350F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A06D56-27A1-C5CD-5F43-D927A2EE4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D2552-C6F3-6E4F-A482-20E3336EF52B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B2CA32-EDC9-60F4-B963-63F8A37B6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FE9D2-1730-37EA-947C-3ABFD0EA5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94EC7-8450-864B-A2F5-B6242CA0BA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31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40634-17FF-B663-14EA-17D674F49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C37A6-F9D0-7506-BDE9-33841569B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B53F4C-B3FF-D025-50EB-2859FC982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D2552-C6F3-6E4F-A482-20E3336EF52B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C4F0AA-730D-BBD1-4C9D-A63E162F7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9F9AF8-E90C-D477-9CF5-A40B702EE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94EC7-8450-864B-A2F5-B6242CA0BA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005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9BB5-36FB-7E7A-FF53-3DBA26EDB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8132DC-B350-CA13-9C42-25B21A9B70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3E09A3-27F8-719D-4C51-EB6C15A0A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D2552-C6F3-6E4F-A482-20E3336EF52B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8F11D6-BA76-9F84-C36B-303DA8436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5DC052-22B3-DB48-4943-5FB603E7B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94EC7-8450-864B-A2F5-B6242CA0BA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51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2826B-1EA2-B592-6FDC-1DA8CA962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729D22-7B63-1D6A-7B6E-15529A631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783EF5-338C-D2C4-C826-26FB060EF5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AACAA1-8DAB-0F0C-F27B-A72599FA8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D2552-C6F3-6E4F-A482-20E3336EF52B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9B3DF7-23AF-637C-2602-5DBDC8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FBC4E-1C3C-DE6E-19C3-4B31C40CB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94EC7-8450-864B-A2F5-B6242CA0BA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189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8843E-07A3-794D-4A68-A1BCE7C6E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EA79A5-0877-2661-711D-A4A305EE22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C74534-5950-ACD3-73FA-BF9BD57585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057D52-901B-336B-9066-0E6C567E16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B95CAA-8EA1-F778-AABC-D205B84BD5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09C55C-BCDE-EA6E-FB26-F64C1B992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D2552-C6F3-6E4F-A482-20E3336EF52B}" type="datetimeFigureOut">
              <a:rPr lang="en-US" smtClean="0"/>
              <a:t>1/22/26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4A98C8-DE34-B1D6-6290-2159A580F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DB1B01-95FF-0047-0A3C-0BCDD9ADF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94EC7-8450-864B-A2F5-B6242CA0BA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493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E7FB7-66A3-65D0-CAAA-3A65F340E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E1A545-6557-33A0-3F2F-811661F2A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D2552-C6F3-6E4F-A482-20E3336EF52B}" type="datetimeFigureOut">
              <a:rPr lang="en-US" smtClean="0"/>
              <a:t>1/22/26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9848ED-C836-70A5-6105-5FDB38FE1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8C712D-4848-6BE3-ADAE-FE9266280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94EC7-8450-864B-A2F5-B6242CA0BA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65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C2E66C-B6AE-45F8-9E6E-9B10733A0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D2552-C6F3-6E4F-A482-20E3336EF52B}" type="datetimeFigureOut">
              <a:rPr lang="en-US" smtClean="0"/>
              <a:t>1/22/26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9CA8F8-E7EF-866F-5F77-D89F5EAB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4A1BDC-6709-6699-C27B-42198F058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94EC7-8450-864B-A2F5-B6242CA0BA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303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46110-9E75-6DA8-E174-21183DA92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CF0E9-021C-2BC4-4B97-A7F81C025B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86FF45-1058-5D97-E138-F7221F5642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E94A7C-B665-0B45-E656-7898D79CE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D2552-C6F3-6E4F-A482-20E3336EF52B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C0274E-A0EC-A62F-4FDD-8C3DC755D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6C1805-6797-18D0-9DC4-C9D32D317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94EC7-8450-864B-A2F5-B6242CA0BA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406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6C1D6-E056-5AAB-4711-63C57632C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7E52B7-2314-8DA9-FE9E-C0AEFFC142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D747F5-E048-564D-5EB4-963E8AFD87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E5ABEF-4500-CF95-904F-93346FCB3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D2552-C6F3-6E4F-A482-20E3336EF52B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63CB5B-1D14-3FC7-D557-0705AC64A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9F742D-7F46-CB20-1D1E-42E9D55B3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94EC7-8450-864B-A2F5-B6242CA0BA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835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0C9F6-513E-2736-81CF-C598DB80C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E59D49-17B3-7737-C701-5E100093EC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A87CC-13FD-5047-7BB1-8B2143635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D2552-C6F3-6E4F-A482-20E3336EF52B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62BA20-71FB-8123-3EA9-6D9E65C2E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7AD4DA-4811-1358-009D-F27B358BF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94EC7-8450-864B-A2F5-B6242CA0BA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351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3AFCA6-FA45-DCFA-33DC-D253E7166A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A7FA30-45AC-F5B0-1B35-44DEB255E4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45BEBD-D68E-BD9F-A5EC-C20FC5FC4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D2552-C6F3-6E4F-A482-20E3336EF52B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5A90B5-9703-C4A7-8757-4050DD816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BB2BA8-CC28-4CDB-3ED8-CB1C488C3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94EC7-8450-864B-A2F5-B6242CA0BA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232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B9B2C9-D500-6EF7-0740-25DBAA5E8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135B8-9924-CC63-DE1D-2D0C59A0B5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F5CD4C-488F-A05D-BA83-AAA05AEC54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BD2552-C6F3-6E4F-A482-20E3336EF52B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887476-9595-E104-F2FE-F3BCC55811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8371CA-A70A-B59C-B1E8-06C1CAC5F3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994EC7-8450-864B-A2F5-B6242CA0BA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478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3BF9A1A-BC68-50CB-7950-450D63E94BFE}"/>
              </a:ext>
            </a:extLst>
          </p:cNvPr>
          <p:cNvSpPr>
            <a:spLocks noChangeAspect="1"/>
          </p:cNvSpPr>
          <p:nvPr/>
        </p:nvSpPr>
        <p:spPr>
          <a:xfrm>
            <a:off x="2079204" y="1923891"/>
            <a:ext cx="491244" cy="485975"/>
          </a:xfrm>
          <a:prstGeom prst="ellipse">
            <a:avLst/>
          </a:prstGeom>
          <a:solidFill>
            <a:srgbClr val="1E77B4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F9D208B-7038-08A2-50CD-62EABCAA2947}"/>
              </a:ext>
            </a:extLst>
          </p:cNvPr>
          <p:cNvSpPr>
            <a:spLocks noChangeAspect="1"/>
          </p:cNvSpPr>
          <p:nvPr/>
        </p:nvSpPr>
        <p:spPr>
          <a:xfrm>
            <a:off x="2079204" y="3186012"/>
            <a:ext cx="491244" cy="485975"/>
          </a:xfrm>
          <a:prstGeom prst="ellipse">
            <a:avLst/>
          </a:prstGeom>
          <a:solidFill>
            <a:srgbClr val="1E77B4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644BFDF-DD8E-7DAF-8732-06662790CA9A}"/>
              </a:ext>
            </a:extLst>
          </p:cNvPr>
          <p:cNvSpPr>
            <a:spLocks noChangeAspect="1"/>
          </p:cNvSpPr>
          <p:nvPr/>
        </p:nvSpPr>
        <p:spPr>
          <a:xfrm>
            <a:off x="2079204" y="4985162"/>
            <a:ext cx="491244" cy="485975"/>
          </a:xfrm>
          <a:prstGeom prst="ellipse">
            <a:avLst/>
          </a:prstGeom>
          <a:solidFill>
            <a:srgbClr val="1E77B4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69803C3-28EA-8501-3871-1E31F5931F5F}"/>
              </a:ext>
            </a:extLst>
          </p:cNvPr>
          <p:cNvSpPr>
            <a:spLocks noChangeAspect="1"/>
          </p:cNvSpPr>
          <p:nvPr/>
        </p:nvSpPr>
        <p:spPr>
          <a:xfrm>
            <a:off x="4031375" y="1390733"/>
            <a:ext cx="491244" cy="485975"/>
          </a:xfrm>
          <a:prstGeom prst="ellipse">
            <a:avLst/>
          </a:prstGeom>
          <a:solidFill>
            <a:srgbClr val="289B2A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59681C5-0F1A-77BA-A978-2D4A39A1E141}"/>
              </a:ext>
            </a:extLst>
          </p:cNvPr>
          <p:cNvSpPr>
            <a:spLocks noChangeAspect="1"/>
          </p:cNvSpPr>
          <p:nvPr/>
        </p:nvSpPr>
        <p:spPr>
          <a:xfrm>
            <a:off x="4031375" y="2409866"/>
            <a:ext cx="491244" cy="485975"/>
          </a:xfrm>
          <a:prstGeom prst="ellipse">
            <a:avLst/>
          </a:prstGeom>
          <a:solidFill>
            <a:srgbClr val="289B2A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20E3540-6BF7-8F6D-180A-892224A04258}"/>
              </a:ext>
            </a:extLst>
          </p:cNvPr>
          <p:cNvSpPr>
            <a:spLocks noChangeAspect="1"/>
          </p:cNvSpPr>
          <p:nvPr/>
        </p:nvSpPr>
        <p:spPr>
          <a:xfrm>
            <a:off x="4031375" y="4985162"/>
            <a:ext cx="491244" cy="485975"/>
          </a:xfrm>
          <a:prstGeom prst="ellipse">
            <a:avLst/>
          </a:prstGeom>
          <a:solidFill>
            <a:srgbClr val="289B2A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D3F93A2-0A5B-7212-4234-D3B7BE72D41A}"/>
              </a:ext>
            </a:extLst>
          </p:cNvPr>
          <p:cNvSpPr>
            <a:spLocks noChangeAspect="1"/>
          </p:cNvSpPr>
          <p:nvPr/>
        </p:nvSpPr>
        <p:spPr>
          <a:xfrm>
            <a:off x="4031375" y="3428999"/>
            <a:ext cx="491244" cy="485975"/>
          </a:xfrm>
          <a:prstGeom prst="ellipse">
            <a:avLst/>
          </a:prstGeom>
          <a:solidFill>
            <a:srgbClr val="289B2A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93E7D8E-14D3-DC83-C194-AF3C44A52F75}"/>
              </a:ext>
            </a:extLst>
          </p:cNvPr>
          <p:cNvCxnSpPr>
            <a:stCxn id="4" idx="6"/>
            <a:endCxn id="9" idx="2"/>
          </p:cNvCxnSpPr>
          <p:nvPr/>
        </p:nvCxnSpPr>
        <p:spPr>
          <a:xfrm flipV="1">
            <a:off x="2570448" y="1633721"/>
            <a:ext cx="1460927" cy="53315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264D36E-D46C-F27D-128C-B767880D2D18}"/>
              </a:ext>
            </a:extLst>
          </p:cNvPr>
          <p:cNvCxnSpPr>
            <a:cxnSpLocks/>
            <a:stCxn id="4" idx="6"/>
            <a:endCxn id="10" idx="2"/>
          </p:cNvCxnSpPr>
          <p:nvPr/>
        </p:nvCxnSpPr>
        <p:spPr>
          <a:xfrm>
            <a:off x="2570448" y="2166879"/>
            <a:ext cx="1460927" cy="48597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7A9F574-435D-4D15-87DE-D61F290B66AA}"/>
              </a:ext>
            </a:extLst>
          </p:cNvPr>
          <p:cNvCxnSpPr>
            <a:cxnSpLocks/>
            <a:stCxn id="4" idx="6"/>
            <a:endCxn id="12" idx="2"/>
          </p:cNvCxnSpPr>
          <p:nvPr/>
        </p:nvCxnSpPr>
        <p:spPr>
          <a:xfrm>
            <a:off x="2570448" y="2166879"/>
            <a:ext cx="1460927" cy="150510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F16E8A1-03C1-9363-7179-5C528840E4AE}"/>
              </a:ext>
            </a:extLst>
          </p:cNvPr>
          <p:cNvCxnSpPr>
            <a:cxnSpLocks/>
            <a:stCxn id="4" idx="6"/>
            <a:endCxn id="11" idx="2"/>
          </p:cNvCxnSpPr>
          <p:nvPr/>
        </p:nvCxnSpPr>
        <p:spPr>
          <a:xfrm>
            <a:off x="2570448" y="2166879"/>
            <a:ext cx="1460927" cy="3061271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A9CB9D7-620A-FDD1-2565-37418F395251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2570448" y="1633721"/>
            <a:ext cx="1460927" cy="179527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D4E705B-BCC7-92F6-8285-407DE4E18255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 flipV="1">
            <a:off x="2570448" y="2652854"/>
            <a:ext cx="1460927" cy="77614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96630C9-26E8-0A25-01CF-8E9A61610AA5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>
            <a:off x="2570448" y="3429000"/>
            <a:ext cx="1460927" cy="242987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B855DD6-594F-9F79-0493-82810B46B05A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2570448" y="3429000"/>
            <a:ext cx="1460927" cy="179915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0526D50-CD78-BAF4-FC3C-D8539FFDB5F2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2570448" y="1633721"/>
            <a:ext cx="1460927" cy="359442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48A811F-9B22-A128-E5B2-C43D7287ED4F}"/>
              </a:ext>
            </a:extLst>
          </p:cNvPr>
          <p:cNvCxnSpPr>
            <a:cxnSpLocks/>
            <a:stCxn id="8" idx="6"/>
            <a:endCxn id="10" idx="2"/>
          </p:cNvCxnSpPr>
          <p:nvPr/>
        </p:nvCxnSpPr>
        <p:spPr>
          <a:xfrm flipV="1">
            <a:off x="2570448" y="2652854"/>
            <a:ext cx="1460927" cy="257529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2EF5B64-024D-91E4-43D9-8E3E4B283B9B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2570448" y="3671987"/>
            <a:ext cx="1460927" cy="155616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099915E-19CE-1130-7AF2-027BC9089C83}"/>
              </a:ext>
            </a:extLst>
          </p:cNvPr>
          <p:cNvCxnSpPr>
            <a:cxnSpLocks/>
            <a:stCxn id="8" idx="6"/>
            <a:endCxn id="11" idx="2"/>
          </p:cNvCxnSpPr>
          <p:nvPr/>
        </p:nvCxnSpPr>
        <p:spPr>
          <a:xfrm>
            <a:off x="2570448" y="5228150"/>
            <a:ext cx="1460927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A4E92839-55FC-939A-C7C7-9815E0533EE1}"/>
              </a:ext>
            </a:extLst>
          </p:cNvPr>
          <p:cNvSpPr>
            <a:spLocks noChangeAspect="1"/>
          </p:cNvSpPr>
          <p:nvPr/>
        </p:nvSpPr>
        <p:spPr>
          <a:xfrm>
            <a:off x="5522750" y="1390733"/>
            <a:ext cx="491244" cy="485975"/>
          </a:xfrm>
          <a:prstGeom prst="ellipse">
            <a:avLst/>
          </a:prstGeom>
          <a:solidFill>
            <a:srgbClr val="289B2A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8D9C5D2-FB15-9504-8494-C205B9C34503}"/>
              </a:ext>
            </a:extLst>
          </p:cNvPr>
          <p:cNvSpPr>
            <a:spLocks noChangeAspect="1"/>
          </p:cNvSpPr>
          <p:nvPr/>
        </p:nvSpPr>
        <p:spPr>
          <a:xfrm>
            <a:off x="5522750" y="2409866"/>
            <a:ext cx="491244" cy="485975"/>
          </a:xfrm>
          <a:prstGeom prst="ellipse">
            <a:avLst/>
          </a:prstGeom>
          <a:solidFill>
            <a:srgbClr val="289B2A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29E6A8BB-204A-001A-3207-98EFDD5C9F6E}"/>
              </a:ext>
            </a:extLst>
          </p:cNvPr>
          <p:cNvSpPr>
            <a:spLocks noChangeAspect="1"/>
          </p:cNvSpPr>
          <p:nvPr/>
        </p:nvSpPr>
        <p:spPr>
          <a:xfrm>
            <a:off x="5522750" y="4985162"/>
            <a:ext cx="491244" cy="485975"/>
          </a:xfrm>
          <a:prstGeom prst="ellipse">
            <a:avLst/>
          </a:prstGeom>
          <a:solidFill>
            <a:srgbClr val="289B2A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980F1AB-7B0A-0FCB-6FBA-5680EFEC4643}"/>
              </a:ext>
            </a:extLst>
          </p:cNvPr>
          <p:cNvSpPr>
            <a:spLocks noChangeAspect="1"/>
          </p:cNvSpPr>
          <p:nvPr/>
        </p:nvSpPr>
        <p:spPr>
          <a:xfrm>
            <a:off x="5522750" y="3428999"/>
            <a:ext cx="491244" cy="485975"/>
          </a:xfrm>
          <a:prstGeom prst="ellipse">
            <a:avLst/>
          </a:prstGeom>
          <a:solidFill>
            <a:srgbClr val="289B2A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94A7312-AC73-3D4D-67E8-8CED3697E27B}"/>
              </a:ext>
            </a:extLst>
          </p:cNvPr>
          <p:cNvCxnSpPr>
            <a:cxnSpLocks/>
            <a:stCxn id="9" idx="6"/>
            <a:endCxn id="48" idx="2"/>
          </p:cNvCxnSpPr>
          <p:nvPr/>
        </p:nvCxnSpPr>
        <p:spPr>
          <a:xfrm>
            <a:off x="4522619" y="1633721"/>
            <a:ext cx="1000131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4" name="Straight Arrow Connector 1023">
            <a:extLst>
              <a:ext uri="{FF2B5EF4-FFF2-40B4-BE49-F238E27FC236}">
                <a16:creationId xmlns:a16="http://schemas.microsoft.com/office/drawing/2014/main" id="{22E1FBCB-7821-80A8-58EE-00D4A7F87B45}"/>
              </a:ext>
            </a:extLst>
          </p:cNvPr>
          <p:cNvCxnSpPr>
            <a:cxnSpLocks/>
            <a:stCxn id="9" idx="6"/>
            <a:endCxn id="49" idx="2"/>
          </p:cNvCxnSpPr>
          <p:nvPr/>
        </p:nvCxnSpPr>
        <p:spPr>
          <a:xfrm>
            <a:off x="4522619" y="1633721"/>
            <a:ext cx="1000131" cy="101913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8" name="Straight Arrow Connector 1027">
            <a:extLst>
              <a:ext uri="{FF2B5EF4-FFF2-40B4-BE49-F238E27FC236}">
                <a16:creationId xmlns:a16="http://schemas.microsoft.com/office/drawing/2014/main" id="{2DB47034-1B5F-154A-6B06-910665559F18}"/>
              </a:ext>
            </a:extLst>
          </p:cNvPr>
          <p:cNvCxnSpPr>
            <a:cxnSpLocks/>
            <a:stCxn id="9" idx="6"/>
            <a:endCxn id="51" idx="2"/>
          </p:cNvCxnSpPr>
          <p:nvPr/>
        </p:nvCxnSpPr>
        <p:spPr>
          <a:xfrm>
            <a:off x="4522619" y="1633721"/>
            <a:ext cx="1000131" cy="203826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1" name="Straight Arrow Connector 1030">
            <a:extLst>
              <a:ext uri="{FF2B5EF4-FFF2-40B4-BE49-F238E27FC236}">
                <a16:creationId xmlns:a16="http://schemas.microsoft.com/office/drawing/2014/main" id="{AE9ADE9E-424C-65F9-F50A-A4740331B464}"/>
              </a:ext>
            </a:extLst>
          </p:cNvPr>
          <p:cNvCxnSpPr>
            <a:cxnSpLocks/>
            <a:stCxn id="9" idx="6"/>
            <a:endCxn id="50" idx="2"/>
          </p:cNvCxnSpPr>
          <p:nvPr/>
        </p:nvCxnSpPr>
        <p:spPr>
          <a:xfrm>
            <a:off x="4522619" y="1633721"/>
            <a:ext cx="1000131" cy="359442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4" name="Straight Arrow Connector 1033">
            <a:extLst>
              <a:ext uri="{FF2B5EF4-FFF2-40B4-BE49-F238E27FC236}">
                <a16:creationId xmlns:a16="http://schemas.microsoft.com/office/drawing/2014/main" id="{BA7E8755-1813-5B6E-AAC0-7B0F0C5BC22D}"/>
              </a:ext>
            </a:extLst>
          </p:cNvPr>
          <p:cNvCxnSpPr>
            <a:cxnSpLocks/>
            <a:stCxn id="10" idx="6"/>
            <a:endCxn id="49" idx="2"/>
          </p:cNvCxnSpPr>
          <p:nvPr/>
        </p:nvCxnSpPr>
        <p:spPr>
          <a:xfrm>
            <a:off x="4522619" y="2652854"/>
            <a:ext cx="1000131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8" name="Straight Arrow Connector 1037">
            <a:extLst>
              <a:ext uri="{FF2B5EF4-FFF2-40B4-BE49-F238E27FC236}">
                <a16:creationId xmlns:a16="http://schemas.microsoft.com/office/drawing/2014/main" id="{64AF2696-370E-E90F-451F-B769187DD3D5}"/>
              </a:ext>
            </a:extLst>
          </p:cNvPr>
          <p:cNvCxnSpPr>
            <a:cxnSpLocks/>
            <a:stCxn id="10" idx="6"/>
            <a:endCxn id="51" idx="2"/>
          </p:cNvCxnSpPr>
          <p:nvPr/>
        </p:nvCxnSpPr>
        <p:spPr>
          <a:xfrm>
            <a:off x="4522619" y="2652854"/>
            <a:ext cx="1000131" cy="101913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1" name="Straight Arrow Connector 1040">
            <a:extLst>
              <a:ext uri="{FF2B5EF4-FFF2-40B4-BE49-F238E27FC236}">
                <a16:creationId xmlns:a16="http://schemas.microsoft.com/office/drawing/2014/main" id="{3A0B083C-B47C-4AE1-7A18-3F5AFB1826CD}"/>
              </a:ext>
            </a:extLst>
          </p:cNvPr>
          <p:cNvCxnSpPr>
            <a:cxnSpLocks/>
            <a:stCxn id="10" idx="6"/>
            <a:endCxn id="50" idx="2"/>
          </p:cNvCxnSpPr>
          <p:nvPr/>
        </p:nvCxnSpPr>
        <p:spPr>
          <a:xfrm>
            <a:off x="4522619" y="2652854"/>
            <a:ext cx="1000131" cy="257529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4" name="Straight Arrow Connector 1043">
            <a:extLst>
              <a:ext uri="{FF2B5EF4-FFF2-40B4-BE49-F238E27FC236}">
                <a16:creationId xmlns:a16="http://schemas.microsoft.com/office/drawing/2014/main" id="{3156D742-DD2F-EA79-71D2-5C8203DD3836}"/>
              </a:ext>
            </a:extLst>
          </p:cNvPr>
          <p:cNvCxnSpPr>
            <a:cxnSpLocks/>
            <a:stCxn id="12" idx="6"/>
            <a:endCxn id="50" idx="2"/>
          </p:cNvCxnSpPr>
          <p:nvPr/>
        </p:nvCxnSpPr>
        <p:spPr>
          <a:xfrm>
            <a:off x="4522619" y="3671987"/>
            <a:ext cx="1000131" cy="155616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7" name="Straight Arrow Connector 1046">
            <a:extLst>
              <a:ext uri="{FF2B5EF4-FFF2-40B4-BE49-F238E27FC236}">
                <a16:creationId xmlns:a16="http://schemas.microsoft.com/office/drawing/2014/main" id="{60EB6824-CB49-5880-3575-A581E030F0FB}"/>
              </a:ext>
            </a:extLst>
          </p:cNvPr>
          <p:cNvCxnSpPr>
            <a:cxnSpLocks/>
            <a:stCxn id="12" idx="6"/>
            <a:endCxn id="51" idx="2"/>
          </p:cNvCxnSpPr>
          <p:nvPr/>
        </p:nvCxnSpPr>
        <p:spPr>
          <a:xfrm>
            <a:off x="4522619" y="3671987"/>
            <a:ext cx="1000131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0" name="Straight Arrow Connector 1049">
            <a:extLst>
              <a:ext uri="{FF2B5EF4-FFF2-40B4-BE49-F238E27FC236}">
                <a16:creationId xmlns:a16="http://schemas.microsoft.com/office/drawing/2014/main" id="{CF577DA3-56A0-2408-3A79-2B5C9042F4D0}"/>
              </a:ext>
            </a:extLst>
          </p:cNvPr>
          <p:cNvCxnSpPr>
            <a:cxnSpLocks/>
            <a:stCxn id="12" idx="6"/>
            <a:endCxn id="49" idx="2"/>
          </p:cNvCxnSpPr>
          <p:nvPr/>
        </p:nvCxnSpPr>
        <p:spPr>
          <a:xfrm flipV="1">
            <a:off x="4522619" y="2652854"/>
            <a:ext cx="1000131" cy="101913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3" name="Straight Arrow Connector 1052">
            <a:extLst>
              <a:ext uri="{FF2B5EF4-FFF2-40B4-BE49-F238E27FC236}">
                <a16:creationId xmlns:a16="http://schemas.microsoft.com/office/drawing/2014/main" id="{5F66D97F-2204-7B59-B39E-34C544B45FC1}"/>
              </a:ext>
            </a:extLst>
          </p:cNvPr>
          <p:cNvCxnSpPr>
            <a:cxnSpLocks/>
            <a:stCxn id="12" idx="6"/>
            <a:endCxn id="48" idx="2"/>
          </p:cNvCxnSpPr>
          <p:nvPr/>
        </p:nvCxnSpPr>
        <p:spPr>
          <a:xfrm flipV="1">
            <a:off x="4522619" y="1633721"/>
            <a:ext cx="1000131" cy="203826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6" name="Straight Arrow Connector 1055">
            <a:extLst>
              <a:ext uri="{FF2B5EF4-FFF2-40B4-BE49-F238E27FC236}">
                <a16:creationId xmlns:a16="http://schemas.microsoft.com/office/drawing/2014/main" id="{979B0886-0C1F-0A82-E3E5-AE0C8321F74B}"/>
              </a:ext>
            </a:extLst>
          </p:cNvPr>
          <p:cNvCxnSpPr>
            <a:cxnSpLocks/>
            <a:stCxn id="11" idx="6"/>
            <a:endCxn id="48" idx="2"/>
          </p:cNvCxnSpPr>
          <p:nvPr/>
        </p:nvCxnSpPr>
        <p:spPr>
          <a:xfrm flipV="1">
            <a:off x="4522619" y="1633721"/>
            <a:ext cx="1000131" cy="359442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9" name="Straight Arrow Connector 1058">
            <a:extLst>
              <a:ext uri="{FF2B5EF4-FFF2-40B4-BE49-F238E27FC236}">
                <a16:creationId xmlns:a16="http://schemas.microsoft.com/office/drawing/2014/main" id="{2D99CDBE-6CA1-5FB9-F388-06E09796D710}"/>
              </a:ext>
            </a:extLst>
          </p:cNvPr>
          <p:cNvCxnSpPr>
            <a:cxnSpLocks/>
            <a:stCxn id="10" idx="6"/>
            <a:endCxn id="48" idx="2"/>
          </p:cNvCxnSpPr>
          <p:nvPr/>
        </p:nvCxnSpPr>
        <p:spPr>
          <a:xfrm flipV="1">
            <a:off x="4522619" y="1633721"/>
            <a:ext cx="1000131" cy="101913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2" name="Straight Arrow Connector 1061">
            <a:extLst>
              <a:ext uri="{FF2B5EF4-FFF2-40B4-BE49-F238E27FC236}">
                <a16:creationId xmlns:a16="http://schemas.microsoft.com/office/drawing/2014/main" id="{97CB4149-9C85-96BC-D939-D76857CAA238}"/>
              </a:ext>
            </a:extLst>
          </p:cNvPr>
          <p:cNvCxnSpPr>
            <a:cxnSpLocks/>
            <a:stCxn id="11" idx="6"/>
            <a:endCxn id="49" idx="2"/>
          </p:cNvCxnSpPr>
          <p:nvPr/>
        </p:nvCxnSpPr>
        <p:spPr>
          <a:xfrm flipV="1">
            <a:off x="4522619" y="2652854"/>
            <a:ext cx="1000131" cy="257529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6" name="Straight Arrow Connector 1065">
            <a:extLst>
              <a:ext uri="{FF2B5EF4-FFF2-40B4-BE49-F238E27FC236}">
                <a16:creationId xmlns:a16="http://schemas.microsoft.com/office/drawing/2014/main" id="{277749A5-AE3C-B0F4-2F4B-6D629EE4448F}"/>
              </a:ext>
            </a:extLst>
          </p:cNvPr>
          <p:cNvCxnSpPr>
            <a:cxnSpLocks/>
            <a:stCxn id="11" idx="6"/>
            <a:endCxn id="51" idx="2"/>
          </p:cNvCxnSpPr>
          <p:nvPr/>
        </p:nvCxnSpPr>
        <p:spPr>
          <a:xfrm flipV="1">
            <a:off x="4522619" y="3671987"/>
            <a:ext cx="1000131" cy="155616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9" name="Straight Arrow Connector 1068">
            <a:extLst>
              <a:ext uri="{FF2B5EF4-FFF2-40B4-BE49-F238E27FC236}">
                <a16:creationId xmlns:a16="http://schemas.microsoft.com/office/drawing/2014/main" id="{AF5FBA6A-4C9E-F5C4-88B6-F243DDC5CCAB}"/>
              </a:ext>
            </a:extLst>
          </p:cNvPr>
          <p:cNvCxnSpPr>
            <a:cxnSpLocks/>
            <a:stCxn id="11" idx="6"/>
            <a:endCxn id="50" idx="2"/>
          </p:cNvCxnSpPr>
          <p:nvPr/>
        </p:nvCxnSpPr>
        <p:spPr>
          <a:xfrm>
            <a:off x="4522619" y="5228150"/>
            <a:ext cx="1000131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5" name="Oval 1074">
            <a:extLst>
              <a:ext uri="{FF2B5EF4-FFF2-40B4-BE49-F238E27FC236}">
                <a16:creationId xmlns:a16="http://schemas.microsoft.com/office/drawing/2014/main" id="{DA7A811D-2E11-86BA-A8EE-8290654D34E1}"/>
              </a:ext>
            </a:extLst>
          </p:cNvPr>
          <p:cNvSpPr>
            <a:spLocks noChangeAspect="1"/>
          </p:cNvSpPr>
          <p:nvPr/>
        </p:nvSpPr>
        <p:spPr>
          <a:xfrm>
            <a:off x="7351610" y="1923891"/>
            <a:ext cx="491244" cy="485975"/>
          </a:xfrm>
          <a:prstGeom prst="ellipse">
            <a:avLst/>
          </a:prstGeom>
          <a:solidFill>
            <a:srgbClr val="D02625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076" name="Oval 1075">
            <a:extLst>
              <a:ext uri="{FF2B5EF4-FFF2-40B4-BE49-F238E27FC236}">
                <a16:creationId xmlns:a16="http://schemas.microsoft.com/office/drawing/2014/main" id="{5FC6812E-B537-ED49-BA8D-310DD7887C1B}"/>
              </a:ext>
            </a:extLst>
          </p:cNvPr>
          <p:cNvSpPr>
            <a:spLocks noChangeAspect="1"/>
          </p:cNvSpPr>
          <p:nvPr/>
        </p:nvSpPr>
        <p:spPr>
          <a:xfrm>
            <a:off x="7351610" y="3186012"/>
            <a:ext cx="491244" cy="485975"/>
          </a:xfrm>
          <a:prstGeom prst="ellipse">
            <a:avLst/>
          </a:prstGeom>
          <a:solidFill>
            <a:srgbClr val="D02625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077" name="Oval 1076">
            <a:extLst>
              <a:ext uri="{FF2B5EF4-FFF2-40B4-BE49-F238E27FC236}">
                <a16:creationId xmlns:a16="http://schemas.microsoft.com/office/drawing/2014/main" id="{5F8058D4-4294-DC22-A029-3316A4BC1C85}"/>
              </a:ext>
            </a:extLst>
          </p:cNvPr>
          <p:cNvSpPr>
            <a:spLocks noChangeAspect="1"/>
          </p:cNvSpPr>
          <p:nvPr/>
        </p:nvSpPr>
        <p:spPr>
          <a:xfrm>
            <a:off x="7351610" y="4985162"/>
            <a:ext cx="491244" cy="485975"/>
          </a:xfrm>
          <a:prstGeom prst="ellipse">
            <a:avLst/>
          </a:prstGeom>
          <a:solidFill>
            <a:srgbClr val="D02625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1078" name="Straight Arrow Connector 1077">
            <a:extLst>
              <a:ext uri="{FF2B5EF4-FFF2-40B4-BE49-F238E27FC236}">
                <a16:creationId xmlns:a16="http://schemas.microsoft.com/office/drawing/2014/main" id="{52145147-301F-2496-F661-DC0C935B995A}"/>
              </a:ext>
            </a:extLst>
          </p:cNvPr>
          <p:cNvCxnSpPr>
            <a:cxnSpLocks/>
            <a:stCxn id="50" idx="6"/>
            <a:endCxn id="1077" idx="2"/>
          </p:cNvCxnSpPr>
          <p:nvPr/>
        </p:nvCxnSpPr>
        <p:spPr>
          <a:xfrm>
            <a:off x="6013994" y="5228150"/>
            <a:ext cx="1337616" cy="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1" name="Straight Arrow Connector 1080">
            <a:extLst>
              <a:ext uri="{FF2B5EF4-FFF2-40B4-BE49-F238E27FC236}">
                <a16:creationId xmlns:a16="http://schemas.microsoft.com/office/drawing/2014/main" id="{E396B3AB-8EB9-139E-4571-75E8C13B192A}"/>
              </a:ext>
            </a:extLst>
          </p:cNvPr>
          <p:cNvCxnSpPr>
            <a:cxnSpLocks/>
            <a:stCxn id="50" idx="6"/>
            <a:endCxn id="1076" idx="2"/>
          </p:cNvCxnSpPr>
          <p:nvPr/>
        </p:nvCxnSpPr>
        <p:spPr>
          <a:xfrm flipV="1">
            <a:off x="6013994" y="3429000"/>
            <a:ext cx="1337616" cy="1799150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4" name="Straight Arrow Connector 1083">
            <a:extLst>
              <a:ext uri="{FF2B5EF4-FFF2-40B4-BE49-F238E27FC236}">
                <a16:creationId xmlns:a16="http://schemas.microsoft.com/office/drawing/2014/main" id="{E18C623E-4717-5F34-29FA-8811D6F0C01B}"/>
              </a:ext>
            </a:extLst>
          </p:cNvPr>
          <p:cNvCxnSpPr>
            <a:cxnSpLocks/>
            <a:stCxn id="50" idx="6"/>
            <a:endCxn id="1075" idx="2"/>
          </p:cNvCxnSpPr>
          <p:nvPr/>
        </p:nvCxnSpPr>
        <p:spPr>
          <a:xfrm flipV="1">
            <a:off x="6013994" y="2166879"/>
            <a:ext cx="1337616" cy="3061271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7" name="Straight Arrow Connector 1086">
            <a:extLst>
              <a:ext uri="{FF2B5EF4-FFF2-40B4-BE49-F238E27FC236}">
                <a16:creationId xmlns:a16="http://schemas.microsoft.com/office/drawing/2014/main" id="{DCDA5D01-251C-2448-50AD-6A8E266514D3}"/>
              </a:ext>
            </a:extLst>
          </p:cNvPr>
          <p:cNvCxnSpPr>
            <a:cxnSpLocks/>
            <a:stCxn id="51" idx="6"/>
            <a:endCxn id="1075" idx="2"/>
          </p:cNvCxnSpPr>
          <p:nvPr/>
        </p:nvCxnSpPr>
        <p:spPr>
          <a:xfrm flipV="1">
            <a:off x="6013994" y="2166879"/>
            <a:ext cx="1337616" cy="150510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0" name="Straight Arrow Connector 1089">
            <a:extLst>
              <a:ext uri="{FF2B5EF4-FFF2-40B4-BE49-F238E27FC236}">
                <a16:creationId xmlns:a16="http://schemas.microsoft.com/office/drawing/2014/main" id="{6FA6BDD5-8B48-B10D-C204-FF45A7008CEF}"/>
              </a:ext>
            </a:extLst>
          </p:cNvPr>
          <p:cNvCxnSpPr>
            <a:cxnSpLocks/>
            <a:stCxn id="49" idx="6"/>
            <a:endCxn id="1075" idx="2"/>
          </p:cNvCxnSpPr>
          <p:nvPr/>
        </p:nvCxnSpPr>
        <p:spPr>
          <a:xfrm flipV="1">
            <a:off x="6013994" y="2166879"/>
            <a:ext cx="1337616" cy="48597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3" name="Straight Arrow Connector 1092">
            <a:extLst>
              <a:ext uri="{FF2B5EF4-FFF2-40B4-BE49-F238E27FC236}">
                <a16:creationId xmlns:a16="http://schemas.microsoft.com/office/drawing/2014/main" id="{C8E2EF4B-686D-8A9D-DCDE-DCBF30FCF994}"/>
              </a:ext>
            </a:extLst>
          </p:cNvPr>
          <p:cNvCxnSpPr>
            <a:cxnSpLocks/>
            <a:stCxn id="48" idx="6"/>
            <a:endCxn id="1075" idx="2"/>
          </p:cNvCxnSpPr>
          <p:nvPr/>
        </p:nvCxnSpPr>
        <p:spPr>
          <a:xfrm>
            <a:off x="6013994" y="1633721"/>
            <a:ext cx="1337616" cy="53315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6" name="Straight Arrow Connector 1095">
            <a:extLst>
              <a:ext uri="{FF2B5EF4-FFF2-40B4-BE49-F238E27FC236}">
                <a16:creationId xmlns:a16="http://schemas.microsoft.com/office/drawing/2014/main" id="{C7AF00B9-7E51-5738-8699-D012E84E228F}"/>
              </a:ext>
            </a:extLst>
          </p:cNvPr>
          <p:cNvCxnSpPr>
            <a:cxnSpLocks/>
            <a:stCxn id="48" idx="6"/>
            <a:endCxn id="1076" idx="2"/>
          </p:cNvCxnSpPr>
          <p:nvPr/>
        </p:nvCxnSpPr>
        <p:spPr>
          <a:xfrm>
            <a:off x="6013994" y="1633721"/>
            <a:ext cx="1337616" cy="179527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9" name="Straight Arrow Connector 1098">
            <a:extLst>
              <a:ext uri="{FF2B5EF4-FFF2-40B4-BE49-F238E27FC236}">
                <a16:creationId xmlns:a16="http://schemas.microsoft.com/office/drawing/2014/main" id="{A6810322-C8AF-0C41-88F7-065D23AA0489}"/>
              </a:ext>
            </a:extLst>
          </p:cNvPr>
          <p:cNvCxnSpPr>
            <a:cxnSpLocks/>
            <a:stCxn id="48" idx="6"/>
            <a:endCxn id="1077" idx="2"/>
          </p:cNvCxnSpPr>
          <p:nvPr/>
        </p:nvCxnSpPr>
        <p:spPr>
          <a:xfrm>
            <a:off x="6013994" y="1633721"/>
            <a:ext cx="1337616" cy="359442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2" name="Straight Arrow Connector 1101">
            <a:extLst>
              <a:ext uri="{FF2B5EF4-FFF2-40B4-BE49-F238E27FC236}">
                <a16:creationId xmlns:a16="http://schemas.microsoft.com/office/drawing/2014/main" id="{D3089564-047F-D256-E90B-F27CC963D9A7}"/>
              </a:ext>
            </a:extLst>
          </p:cNvPr>
          <p:cNvCxnSpPr>
            <a:cxnSpLocks/>
            <a:stCxn id="49" idx="6"/>
            <a:endCxn id="1076" idx="2"/>
          </p:cNvCxnSpPr>
          <p:nvPr/>
        </p:nvCxnSpPr>
        <p:spPr>
          <a:xfrm>
            <a:off x="6013994" y="2652854"/>
            <a:ext cx="1337616" cy="77614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5" name="Straight Arrow Connector 1104">
            <a:extLst>
              <a:ext uri="{FF2B5EF4-FFF2-40B4-BE49-F238E27FC236}">
                <a16:creationId xmlns:a16="http://schemas.microsoft.com/office/drawing/2014/main" id="{D7BA9040-34A6-068A-0617-ABEA3608BF65}"/>
              </a:ext>
            </a:extLst>
          </p:cNvPr>
          <p:cNvCxnSpPr>
            <a:cxnSpLocks/>
            <a:stCxn id="49" idx="6"/>
            <a:endCxn id="1077" idx="2"/>
          </p:cNvCxnSpPr>
          <p:nvPr/>
        </p:nvCxnSpPr>
        <p:spPr>
          <a:xfrm>
            <a:off x="6013994" y="2652854"/>
            <a:ext cx="1337616" cy="257529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8" name="Straight Arrow Connector 1107">
            <a:extLst>
              <a:ext uri="{FF2B5EF4-FFF2-40B4-BE49-F238E27FC236}">
                <a16:creationId xmlns:a16="http://schemas.microsoft.com/office/drawing/2014/main" id="{D6C13C5C-CB61-142D-F28A-F80E07562FC9}"/>
              </a:ext>
            </a:extLst>
          </p:cNvPr>
          <p:cNvCxnSpPr>
            <a:cxnSpLocks/>
            <a:stCxn id="51" idx="6"/>
            <a:endCxn id="1076" idx="2"/>
          </p:cNvCxnSpPr>
          <p:nvPr/>
        </p:nvCxnSpPr>
        <p:spPr>
          <a:xfrm flipV="1">
            <a:off x="6013994" y="3429000"/>
            <a:ext cx="1337616" cy="242987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1" name="Straight Arrow Connector 1110">
            <a:extLst>
              <a:ext uri="{FF2B5EF4-FFF2-40B4-BE49-F238E27FC236}">
                <a16:creationId xmlns:a16="http://schemas.microsoft.com/office/drawing/2014/main" id="{B7EB5A43-0519-E766-2D81-7726E42D99F6}"/>
              </a:ext>
            </a:extLst>
          </p:cNvPr>
          <p:cNvCxnSpPr>
            <a:cxnSpLocks/>
            <a:stCxn id="51" idx="6"/>
            <a:endCxn id="1077" idx="2"/>
          </p:cNvCxnSpPr>
          <p:nvPr/>
        </p:nvCxnSpPr>
        <p:spPr>
          <a:xfrm>
            <a:off x="6013994" y="3671987"/>
            <a:ext cx="1337616" cy="1556163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4" name="TextBox 1113">
            <a:extLst>
              <a:ext uri="{FF2B5EF4-FFF2-40B4-BE49-F238E27FC236}">
                <a16:creationId xmlns:a16="http://schemas.microsoft.com/office/drawing/2014/main" id="{35203F6B-6B86-33EB-339B-9FE2E631D2FB}"/>
              </a:ext>
            </a:extLst>
          </p:cNvPr>
          <p:cNvSpPr txBox="1"/>
          <p:nvPr/>
        </p:nvSpPr>
        <p:spPr>
          <a:xfrm>
            <a:off x="2156948" y="3636076"/>
            <a:ext cx="33575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.</a:t>
            </a:r>
          </a:p>
          <a:p>
            <a:pPr algn="ctr"/>
            <a:r>
              <a:rPr lang="en-US" sz="28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.</a:t>
            </a:r>
          </a:p>
          <a:p>
            <a:pPr algn="ctr"/>
            <a:r>
              <a:rPr lang="en-US" sz="28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.</a:t>
            </a:r>
          </a:p>
        </p:txBody>
      </p:sp>
      <p:sp>
        <p:nvSpPr>
          <p:cNvPr id="1115" name="TextBox 1114">
            <a:extLst>
              <a:ext uri="{FF2B5EF4-FFF2-40B4-BE49-F238E27FC236}">
                <a16:creationId xmlns:a16="http://schemas.microsoft.com/office/drawing/2014/main" id="{903AFCBF-98C6-DD7C-C52D-8E1CC0C3D229}"/>
              </a:ext>
            </a:extLst>
          </p:cNvPr>
          <p:cNvSpPr txBox="1"/>
          <p:nvPr/>
        </p:nvSpPr>
        <p:spPr>
          <a:xfrm>
            <a:off x="4109119" y="3709143"/>
            <a:ext cx="33575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.</a:t>
            </a:r>
          </a:p>
          <a:p>
            <a:pPr algn="ctr"/>
            <a:r>
              <a:rPr lang="en-US" sz="28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.</a:t>
            </a:r>
          </a:p>
          <a:p>
            <a:pPr algn="ctr"/>
            <a:r>
              <a:rPr lang="en-US" sz="28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.</a:t>
            </a:r>
          </a:p>
        </p:txBody>
      </p:sp>
      <p:sp>
        <p:nvSpPr>
          <p:cNvPr id="1116" name="TextBox 1115">
            <a:extLst>
              <a:ext uri="{FF2B5EF4-FFF2-40B4-BE49-F238E27FC236}">
                <a16:creationId xmlns:a16="http://schemas.microsoft.com/office/drawing/2014/main" id="{288F2EA9-A50A-0128-B305-0BE07E902EA2}"/>
              </a:ext>
            </a:extLst>
          </p:cNvPr>
          <p:cNvSpPr txBox="1"/>
          <p:nvPr/>
        </p:nvSpPr>
        <p:spPr>
          <a:xfrm>
            <a:off x="5600494" y="3697514"/>
            <a:ext cx="33575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.</a:t>
            </a:r>
          </a:p>
          <a:p>
            <a:pPr algn="ctr"/>
            <a:r>
              <a:rPr lang="en-US" sz="28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.</a:t>
            </a:r>
          </a:p>
          <a:p>
            <a:pPr algn="ctr"/>
            <a:r>
              <a:rPr lang="en-US" sz="28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.</a:t>
            </a:r>
          </a:p>
        </p:txBody>
      </p:sp>
      <p:sp>
        <p:nvSpPr>
          <p:cNvPr id="1117" name="TextBox 1116">
            <a:extLst>
              <a:ext uri="{FF2B5EF4-FFF2-40B4-BE49-F238E27FC236}">
                <a16:creationId xmlns:a16="http://schemas.microsoft.com/office/drawing/2014/main" id="{D393A1B5-4026-1A01-694D-7FCA47D30DA5}"/>
              </a:ext>
            </a:extLst>
          </p:cNvPr>
          <p:cNvSpPr txBox="1"/>
          <p:nvPr/>
        </p:nvSpPr>
        <p:spPr>
          <a:xfrm>
            <a:off x="7429354" y="3636077"/>
            <a:ext cx="33575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.</a:t>
            </a:r>
          </a:p>
          <a:p>
            <a:pPr algn="ctr"/>
            <a:r>
              <a:rPr lang="en-US" sz="28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.</a:t>
            </a:r>
          </a:p>
          <a:p>
            <a:pPr algn="ctr"/>
            <a:r>
              <a:rPr lang="en-US" sz="2800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.</a:t>
            </a:r>
          </a:p>
        </p:txBody>
      </p:sp>
      <p:cxnSp>
        <p:nvCxnSpPr>
          <p:cNvPr id="1118" name="Straight Arrow Connector 1117">
            <a:extLst>
              <a:ext uri="{FF2B5EF4-FFF2-40B4-BE49-F238E27FC236}">
                <a16:creationId xmlns:a16="http://schemas.microsoft.com/office/drawing/2014/main" id="{A01923DE-824F-0617-5E0B-85C1D934AEC5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609455" y="3428999"/>
            <a:ext cx="1469749" cy="1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0" name="Straight Arrow Connector 1119">
            <a:extLst>
              <a:ext uri="{FF2B5EF4-FFF2-40B4-BE49-F238E27FC236}">
                <a16:creationId xmlns:a16="http://schemas.microsoft.com/office/drawing/2014/main" id="{511E60CE-5AC9-42DC-9547-64F90CB37133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609455" y="5228150"/>
            <a:ext cx="1469749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3" name="Straight Arrow Connector 1122">
            <a:extLst>
              <a:ext uri="{FF2B5EF4-FFF2-40B4-BE49-F238E27FC236}">
                <a16:creationId xmlns:a16="http://schemas.microsoft.com/office/drawing/2014/main" id="{7C15929B-717A-5486-2152-7EF7B6E67853}"/>
              </a:ext>
            </a:extLst>
          </p:cNvPr>
          <p:cNvCxnSpPr>
            <a:cxnSpLocks/>
            <a:endCxn id="4" idx="2"/>
          </p:cNvCxnSpPr>
          <p:nvPr/>
        </p:nvCxnSpPr>
        <p:spPr>
          <a:xfrm>
            <a:off x="609454" y="2166878"/>
            <a:ext cx="1469750" cy="1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5" name="Straight Arrow Connector 1124">
            <a:extLst>
              <a:ext uri="{FF2B5EF4-FFF2-40B4-BE49-F238E27FC236}">
                <a16:creationId xmlns:a16="http://schemas.microsoft.com/office/drawing/2014/main" id="{2B27CCBF-2E9E-A564-063D-C866F96097FF}"/>
              </a:ext>
            </a:extLst>
          </p:cNvPr>
          <p:cNvCxnSpPr>
            <a:cxnSpLocks/>
          </p:cNvCxnSpPr>
          <p:nvPr/>
        </p:nvCxnSpPr>
        <p:spPr>
          <a:xfrm>
            <a:off x="7842854" y="2166878"/>
            <a:ext cx="1469750" cy="1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6" name="Straight Arrow Connector 1125">
            <a:extLst>
              <a:ext uri="{FF2B5EF4-FFF2-40B4-BE49-F238E27FC236}">
                <a16:creationId xmlns:a16="http://schemas.microsoft.com/office/drawing/2014/main" id="{773669B0-7E48-1111-AE97-5FAA20463439}"/>
              </a:ext>
            </a:extLst>
          </p:cNvPr>
          <p:cNvCxnSpPr>
            <a:cxnSpLocks/>
          </p:cNvCxnSpPr>
          <p:nvPr/>
        </p:nvCxnSpPr>
        <p:spPr>
          <a:xfrm>
            <a:off x="7842854" y="3428999"/>
            <a:ext cx="1469750" cy="1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7" name="Straight Arrow Connector 1126">
            <a:extLst>
              <a:ext uri="{FF2B5EF4-FFF2-40B4-BE49-F238E27FC236}">
                <a16:creationId xmlns:a16="http://schemas.microsoft.com/office/drawing/2014/main" id="{3EFDC692-ACE5-3332-60EE-C4E9A23BFABC}"/>
              </a:ext>
            </a:extLst>
          </p:cNvPr>
          <p:cNvCxnSpPr>
            <a:cxnSpLocks/>
          </p:cNvCxnSpPr>
          <p:nvPr/>
        </p:nvCxnSpPr>
        <p:spPr>
          <a:xfrm>
            <a:off x="7842854" y="5228149"/>
            <a:ext cx="1469750" cy="1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28" name="Rectangle 1127">
            <a:extLst>
              <a:ext uri="{FF2B5EF4-FFF2-40B4-BE49-F238E27FC236}">
                <a16:creationId xmlns:a16="http://schemas.microsoft.com/office/drawing/2014/main" id="{64D4FDC5-082E-5A9B-801C-93E7F4E878F5}"/>
              </a:ext>
            </a:extLst>
          </p:cNvPr>
          <p:cNvSpPr/>
          <p:nvPr/>
        </p:nvSpPr>
        <p:spPr>
          <a:xfrm>
            <a:off x="3513909" y="1220802"/>
            <a:ext cx="3013634" cy="4500977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129" name="Rectangle 1128">
            <a:extLst>
              <a:ext uri="{FF2B5EF4-FFF2-40B4-BE49-F238E27FC236}">
                <a16:creationId xmlns:a16="http://schemas.microsoft.com/office/drawing/2014/main" id="{B2B08FFE-69F8-546B-35AF-67581F1C35FA}"/>
              </a:ext>
            </a:extLst>
          </p:cNvPr>
          <p:cNvSpPr/>
          <p:nvPr/>
        </p:nvSpPr>
        <p:spPr>
          <a:xfrm>
            <a:off x="609455" y="1891247"/>
            <a:ext cx="1364200" cy="2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1" dirty="0">
                <a:solidFill>
                  <a:schemeClr val="tx1"/>
                </a:solidFill>
                <a:latin typeface="CMU Serif BoldItalic" panose="02000603000000000000" pitchFamily="2" charset="0"/>
                <a:ea typeface="CMU Serif BoldItalic" panose="02000603000000000000" pitchFamily="2" charset="0"/>
                <a:cs typeface="CMU Serif BoldItalic" panose="02000603000000000000" pitchFamily="2" charset="0"/>
              </a:rPr>
              <a:t>x</a:t>
            </a:r>
            <a:r>
              <a:rPr lang="en-US" sz="2400" b="1" baseline="-250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1130" name="Rectangle 1129">
            <a:extLst>
              <a:ext uri="{FF2B5EF4-FFF2-40B4-BE49-F238E27FC236}">
                <a16:creationId xmlns:a16="http://schemas.microsoft.com/office/drawing/2014/main" id="{9A65E893-04E5-9CF5-9026-7F1CDAAD6407}"/>
              </a:ext>
            </a:extLst>
          </p:cNvPr>
          <p:cNvSpPr/>
          <p:nvPr/>
        </p:nvSpPr>
        <p:spPr>
          <a:xfrm>
            <a:off x="609455" y="3153367"/>
            <a:ext cx="1364200" cy="2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1" dirty="0">
                <a:solidFill>
                  <a:schemeClr val="tx1"/>
                </a:solidFill>
                <a:latin typeface="CMU Serif BoldItalic" panose="02000603000000000000" pitchFamily="2" charset="0"/>
                <a:ea typeface="CMU Serif BoldItalic" panose="02000603000000000000" pitchFamily="2" charset="0"/>
                <a:cs typeface="CMU Serif BoldItalic" panose="02000603000000000000" pitchFamily="2" charset="0"/>
              </a:rPr>
              <a:t>x</a:t>
            </a:r>
            <a:r>
              <a:rPr lang="en-US" sz="2400" b="1" baseline="-250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1131" name="Rectangle 1130">
            <a:extLst>
              <a:ext uri="{FF2B5EF4-FFF2-40B4-BE49-F238E27FC236}">
                <a16:creationId xmlns:a16="http://schemas.microsoft.com/office/drawing/2014/main" id="{46342413-2F7A-6121-0C6F-41E0C4A91CBF}"/>
              </a:ext>
            </a:extLst>
          </p:cNvPr>
          <p:cNvSpPr/>
          <p:nvPr/>
        </p:nvSpPr>
        <p:spPr>
          <a:xfrm>
            <a:off x="609454" y="4941725"/>
            <a:ext cx="1364200" cy="2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1" dirty="0" err="1">
                <a:solidFill>
                  <a:schemeClr val="tx1"/>
                </a:solidFill>
                <a:latin typeface="CMU Serif BoldItalic" panose="02000603000000000000" pitchFamily="2" charset="0"/>
                <a:ea typeface="CMU Serif BoldItalic" panose="02000603000000000000" pitchFamily="2" charset="0"/>
                <a:cs typeface="CMU Serif BoldItalic" panose="02000603000000000000" pitchFamily="2" charset="0"/>
              </a:rPr>
              <a:t>x</a:t>
            </a:r>
            <a:r>
              <a:rPr lang="en-US" sz="2400" b="1" i="1" baseline="-25000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endParaRPr lang="en-US" sz="2400" b="1" baseline="-250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132" name="Rectangle 1131">
            <a:extLst>
              <a:ext uri="{FF2B5EF4-FFF2-40B4-BE49-F238E27FC236}">
                <a16:creationId xmlns:a16="http://schemas.microsoft.com/office/drawing/2014/main" id="{C80DF700-D36F-EE77-0D10-23A89D833C9A}"/>
              </a:ext>
            </a:extLst>
          </p:cNvPr>
          <p:cNvSpPr/>
          <p:nvPr/>
        </p:nvSpPr>
        <p:spPr>
          <a:xfrm>
            <a:off x="7842855" y="1869160"/>
            <a:ext cx="1364200" cy="2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1" dirty="0">
                <a:solidFill>
                  <a:schemeClr val="tx1"/>
                </a:solidFill>
                <a:latin typeface="CMU Serif BoldItalic" panose="02000603000000000000" pitchFamily="2" charset="0"/>
                <a:ea typeface="CMU Serif BoldItalic" panose="02000603000000000000" pitchFamily="2" charset="0"/>
                <a:cs typeface="CMU Serif BoldItalic" panose="02000603000000000000" pitchFamily="2" charset="0"/>
              </a:rPr>
              <a:t>y</a:t>
            </a:r>
            <a:r>
              <a:rPr lang="en-US" sz="2400" b="1" baseline="-250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1133" name="Rectangle 1132">
            <a:extLst>
              <a:ext uri="{FF2B5EF4-FFF2-40B4-BE49-F238E27FC236}">
                <a16:creationId xmlns:a16="http://schemas.microsoft.com/office/drawing/2014/main" id="{8CF04143-71D5-9552-A4BA-34AE9ACC1B58}"/>
              </a:ext>
            </a:extLst>
          </p:cNvPr>
          <p:cNvSpPr/>
          <p:nvPr/>
        </p:nvSpPr>
        <p:spPr>
          <a:xfrm>
            <a:off x="7842855" y="3131280"/>
            <a:ext cx="1364200" cy="2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1" dirty="0">
                <a:solidFill>
                  <a:schemeClr val="tx1"/>
                </a:solidFill>
                <a:latin typeface="CMU Serif BoldItalic" panose="02000603000000000000" pitchFamily="2" charset="0"/>
                <a:ea typeface="CMU Serif BoldItalic" panose="02000603000000000000" pitchFamily="2" charset="0"/>
                <a:cs typeface="CMU Serif BoldItalic" panose="02000603000000000000" pitchFamily="2" charset="0"/>
              </a:rPr>
              <a:t>y</a:t>
            </a:r>
            <a:r>
              <a:rPr lang="en-US" sz="2400" b="1" baseline="-250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1134" name="Rectangle 1133">
            <a:extLst>
              <a:ext uri="{FF2B5EF4-FFF2-40B4-BE49-F238E27FC236}">
                <a16:creationId xmlns:a16="http://schemas.microsoft.com/office/drawing/2014/main" id="{F0EB3B91-9E2C-8197-B8CF-F56EE7975CD1}"/>
              </a:ext>
            </a:extLst>
          </p:cNvPr>
          <p:cNvSpPr/>
          <p:nvPr/>
        </p:nvSpPr>
        <p:spPr>
          <a:xfrm>
            <a:off x="7842854" y="4919638"/>
            <a:ext cx="1364200" cy="2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1" dirty="0" err="1">
                <a:solidFill>
                  <a:schemeClr val="tx1"/>
                </a:solidFill>
                <a:latin typeface="CMU Serif BoldItalic" panose="02000603000000000000" pitchFamily="2" charset="0"/>
                <a:ea typeface="CMU Serif BoldItalic" panose="02000603000000000000" pitchFamily="2" charset="0"/>
                <a:cs typeface="CMU Serif BoldItalic" panose="02000603000000000000" pitchFamily="2" charset="0"/>
              </a:rPr>
              <a:t>y</a:t>
            </a:r>
            <a:r>
              <a:rPr lang="en-US" sz="2400" b="1" i="1" baseline="-25000" dirty="0" err="1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</a:t>
            </a:r>
            <a:endParaRPr lang="en-US" sz="2400" b="1" baseline="-25000" dirty="0">
              <a:solidFill>
                <a:schemeClr val="tx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135" name="TextBox 1134">
            <a:extLst>
              <a:ext uri="{FF2B5EF4-FFF2-40B4-BE49-F238E27FC236}">
                <a16:creationId xmlns:a16="http://schemas.microsoft.com/office/drawing/2014/main" id="{15AD6514-EE05-2505-5F93-47EE93E2B965}"/>
              </a:ext>
            </a:extLst>
          </p:cNvPr>
          <p:cNvSpPr txBox="1"/>
          <p:nvPr/>
        </p:nvSpPr>
        <p:spPr>
          <a:xfrm>
            <a:off x="3513909" y="5830432"/>
            <a:ext cx="3013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LM Roman 10" pitchFamily="2" charset="77"/>
              </a:rPr>
              <a:t>Hidden Layers</a:t>
            </a:r>
          </a:p>
        </p:txBody>
      </p:sp>
      <p:sp>
        <p:nvSpPr>
          <p:cNvPr id="1136" name="TextBox 1135">
            <a:extLst>
              <a:ext uri="{FF2B5EF4-FFF2-40B4-BE49-F238E27FC236}">
                <a16:creationId xmlns:a16="http://schemas.microsoft.com/office/drawing/2014/main" id="{9DE103CE-11D7-DD0C-D4BE-07B31FE2F5A4}"/>
              </a:ext>
            </a:extLst>
          </p:cNvPr>
          <p:cNvSpPr txBox="1"/>
          <p:nvPr/>
        </p:nvSpPr>
        <p:spPr>
          <a:xfrm>
            <a:off x="-162488" y="5595419"/>
            <a:ext cx="3013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LM Roman 10" pitchFamily="2" charset="77"/>
              </a:rPr>
              <a:t>Input Layer</a:t>
            </a:r>
          </a:p>
        </p:txBody>
      </p:sp>
      <p:sp>
        <p:nvSpPr>
          <p:cNvPr id="1137" name="TextBox 1136">
            <a:extLst>
              <a:ext uri="{FF2B5EF4-FFF2-40B4-BE49-F238E27FC236}">
                <a16:creationId xmlns:a16="http://schemas.microsoft.com/office/drawing/2014/main" id="{1AAFD388-332D-1953-0773-E1D3F298405D}"/>
              </a:ext>
            </a:extLst>
          </p:cNvPr>
          <p:cNvSpPr txBox="1"/>
          <p:nvPr/>
        </p:nvSpPr>
        <p:spPr>
          <a:xfrm>
            <a:off x="7070912" y="5595419"/>
            <a:ext cx="3013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LM Roman 10" pitchFamily="2" charset="77"/>
              </a:rPr>
              <a:t>Output Layer</a:t>
            </a:r>
          </a:p>
        </p:txBody>
      </p:sp>
    </p:spTree>
    <p:extLst>
      <p:ext uri="{BB962C8B-B14F-4D97-AF65-F5344CB8AC3E}">
        <p14:creationId xmlns:p14="http://schemas.microsoft.com/office/powerpoint/2010/main" val="275531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24</Words>
  <Application>Microsoft Macintosh PowerPoint</Application>
  <PresentationFormat>Widescreen</PresentationFormat>
  <Paragraphs>21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Display</vt:lpstr>
      <vt:lpstr>Arial</vt:lpstr>
      <vt:lpstr>CMU Serif</vt:lpstr>
      <vt:lpstr>CMU Serif BoldItalic</vt:lpstr>
      <vt:lpstr>CMU Serif Roman</vt:lpstr>
      <vt:lpstr>LM Roman 10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Jonatan Haraldsson</dc:creator>
  <cp:lastModifiedBy>Jonatan Haraldsson</cp:lastModifiedBy>
  <cp:revision>2</cp:revision>
  <dcterms:created xsi:type="dcterms:W3CDTF">2026-01-19T17:11:50Z</dcterms:created>
  <dcterms:modified xsi:type="dcterms:W3CDTF">2026-01-22T10:51:54Z</dcterms:modified>
</cp:coreProperties>
</file>